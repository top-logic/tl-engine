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  <p:sldMasterId id="2147483673" r:id="rId5"/>
    <p:sldMasterId id="2147483773" r:id="rId6"/>
  </p:sldMasterIdLst>
  <p:notesMasterIdLst>
    <p:notesMasterId r:id="rId17"/>
  </p:notesMasterIdLst>
  <p:sldIdLst>
    <p:sldId id="905" r:id="rId7"/>
    <p:sldId id="1002" r:id="rId8"/>
    <p:sldId id="1003" r:id="rId9"/>
    <p:sldId id="1004" r:id="rId10"/>
    <p:sldId id="1005" r:id="rId11"/>
    <p:sldId id="1006" r:id="rId12"/>
    <p:sldId id="1007" r:id="rId13"/>
    <p:sldId id="1008" r:id="rId14"/>
    <p:sldId id="1009" r:id="rId15"/>
    <p:sldId id="1010" r:id="rId16"/>
  </p:sldIdLst>
  <p:sldSz cx="12192000" cy="6858000"/>
  <p:notesSz cx="6797675" cy="9929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42B4"/>
    <a:srgbClr val="E9D6F3"/>
    <a:srgbClr val="F6E5FF"/>
    <a:srgbClr val="E5B3FF"/>
    <a:srgbClr val="632E7F"/>
    <a:srgbClr val="008080"/>
    <a:srgbClr val="00AEB7"/>
    <a:srgbClr val="D7EDEC"/>
    <a:srgbClr val="38A6A0"/>
    <a:srgbClr val="00E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77" autoAdjust="0"/>
    <p:restoredTop sz="94264" autoAdjust="0"/>
  </p:normalViewPr>
  <p:slideViewPr>
    <p:cSldViewPr snapToGrid="0">
      <p:cViewPr varScale="1">
        <p:scale>
          <a:sx n="65" d="100"/>
          <a:sy n="65" d="100"/>
        </p:scale>
        <p:origin x="812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8" d="100"/>
        <a:sy n="158" d="100"/>
      </p:scale>
      <p:origin x="0" y="-3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2857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Tabelle1!$A$2:$A$6</c:f>
              <c:numCache>
                <c:formatCode>m/d/yy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5</c:v>
                </c:pt>
                <c:pt idx="1">
                  <c:v>18</c:v>
                </c:pt>
                <c:pt idx="2">
                  <c:v>32</c:v>
                </c:pt>
                <c:pt idx="3">
                  <c:v>35</c:v>
                </c:pt>
                <c:pt idx="4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F0-A24A-A417-9BF625991D2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28575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Tabelle1!$A$2:$A$6</c:f>
              <c:numCache>
                <c:formatCode>m/d/yy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25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F0-A24A-A417-9BF625991D2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ln w="28575" cap="rnd">
              <a:solidFill>
                <a:schemeClr val="accent3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Tabelle1!$A$2:$A$6</c:f>
              <c:numCache>
                <c:formatCode>m/d/yy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Tabelle1!$D$2:$D$6</c:f>
              <c:numCache>
                <c:formatCode>General</c:formatCode>
                <c:ptCount val="5"/>
                <c:pt idx="0">
                  <c:v>5</c:v>
                </c:pt>
                <c:pt idx="1">
                  <c:v>15</c:v>
                </c:pt>
                <c:pt idx="2">
                  <c:v>15</c:v>
                </c:pt>
                <c:pt idx="3">
                  <c:v>30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F0-A24A-A417-9BF625991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6826944"/>
        <c:axId val="1101353792"/>
      </c:lineChart>
      <c:dateAx>
        <c:axId val="1286826944"/>
        <c:scaling>
          <c:orientation val="minMax"/>
        </c:scaling>
        <c:delete val="1"/>
        <c:axPos val="b"/>
        <c:numFmt formatCode="m/d/yy" sourceLinked="1"/>
        <c:majorTickMark val="out"/>
        <c:minorTickMark val="none"/>
        <c:tickLblPos val="nextTo"/>
        <c:crossAx val="1101353792"/>
        <c:crosses val="autoZero"/>
        <c:auto val="1"/>
        <c:lblOffset val="100"/>
        <c:baseTimeUnit val="months"/>
      </c:dateAx>
      <c:valAx>
        <c:axId val="1101353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86826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28EC7-BCFE-49A6-A3FD-E5AE37219B5D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3B892-136B-4667-9885-66CCF1DAA3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595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/ Abschluss">
    <p:bg>
      <p:bgPr>
        <a:blipFill dpi="0"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">
            <a:extLst>
              <a:ext uri="{FF2B5EF4-FFF2-40B4-BE49-F238E27FC236}">
                <a16:creationId xmlns:a16="http://schemas.microsoft.com/office/drawing/2014/main" id="{6B09C47B-2C82-6D99-B0A2-E3E44570F0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74824" y="4500000"/>
            <a:ext cx="8640901" cy="720725"/>
          </a:xfrm>
          <a:prstGeom prst="rect">
            <a:avLst/>
          </a:prstGeom>
        </p:spPr>
        <p:txBody>
          <a:bodyPr lIns="180000" tIns="180000" rIns="180000" b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000" b="0" i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&lt;Ort, Datum&gt;</a:t>
            </a: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795B2B6-E4BF-7FCF-DFE7-2CEF796A6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74825" y="2699999"/>
            <a:ext cx="8640900" cy="1354217"/>
          </a:xfrm>
        </p:spPr>
        <p:txBody>
          <a:bodyPr lIns="180000" tIns="180000" rIns="180000" bIns="180000" anchor="ctr" anchorCtr="0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4400" b="1" i="0" kern="1200" dirty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065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/ 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">
            <a:extLst>
              <a:ext uri="{FF2B5EF4-FFF2-40B4-BE49-F238E27FC236}">
                <a16:creationId xmlns:a16="http://schemas.microsoft.com/office/drawing/2014/main" id="{585DF854-B8E9-98B0-08DF-ADFB1E0949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74824" y="4500000"/>
            <a:ext cx="8640901" cy="720725"/>
          </a:xfrm>
          <a:prstGeom prst="rect">
            <a:avLst/>
          </a:prstGeom>
        </p:spPr>
        <p:txBody>
          <a:bodyPr lIns="180000" tIns="180000" rIns="180000" b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000" b="0" i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&lt;Ort, Datum&gt;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30F0E6-BED0-504B-51FD-ACBAA84D4D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74825" y="2699999"/>
            <a:ext cx="8640900" cy="1354217"/>
          </a:xfrm>
        </p:spPr>
        <p:txBody>
          <a:bodyPr lIns="180000" tIns="180000" rIns="180000" bIns="180000" anchor="ctr" anchorCtr="0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4400" b="1" i="0" kern="1200" dirty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EF6A34-2B67-2FF3-C3AE-A63D839EF8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6000" y="540174"/>
            <a:ext cx="648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0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dress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ocation">
            <a:extLst>
              <a:ext uri="{FF2B5EF4-FFF2-40B4-BE49-F238E27FC236}">
                <a16:creationId xmlns:a16="http://schemas.microsoft.com/office/drawing/2014/main" id="{70417BDC-79C8-C14F-B62D-954E8B87C4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2375" y="5762625"/>
            <a:ext cx="7200900" cy="771525"/>
          </a:xfrm>
          <a:prstGeom prst="rect">
            <a:avLst/>
          </a:prstGeom>
        </p:spPr>
        <p:txBody>
          <a:bodyPr lIns="180000" tIns="180000" rIns="180000" bIns="18000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b="0" i="0" kern="1200" dirty="0" smtClean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&lt;Meeting Location&gt;</a:t>
            </a:r>
          </a:p>
        </p:txBody>
      </p:sp>
      <p:sp>
        <p:nvSpPr>
          <p:cNvPr id="21" name="Thema">
            <a:extLst>
              <a:ext uri="{FF2B5EF4-FFF2-40B4-BE49-F238E27FC236}">
                <a16:creationId xmlns:a16="http://schemas.microsoft.com/office/drawing/2014/main" id="{BB33A498-627F-6FAF-10AF-D126F93C5F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3063" y="4133767"/>
            <a:ext cx="7200000" cy="1086071"/>
          </a:xfrm>
          <a:prstGeom prst="rect">
            <a:avLst/>
          </a:prstGeom>
        </p:spPr>
        <p:txBody>
          <a:bodyPr lIns="180000" tIns="180000" rIns="180000" bIns="18000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i="0" kern="1200" dirty="0" smtClean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&lt;Thema&gt;</a:t>
            </a:r>
          </a:p>
        </p:txBody>
      </p:sp>
      <p:sp>
        <p:nvSpPr>
          <p:cNvPr id="13" name="T: -zu-">
            <a:extLst>
              <a:ext uri="{FF2B5EF4-FFF2-40B4-BE49-F238E27FC236}">
                <a16:creationId xmlns:a16="http://schemas.microsoft.com/office/drawing/2014/main" id="{5F4A661C-3E02-04DE-9369-1D52B51A5951}"/>
              </a:ext>
            </a:extLst>
          </p:cNvPr>
          <p:cNvSpPr txBox="1"/>
          <p:nvPr userDrawn="1"/>
        </p:nvSpPr>
        <p:spPr>
          <a:xfrm>
            <a:off x="2498487" y="3419999"/>
            <a:ext cx="7200000" cy="720000"/>
          </a:xfrm>
          <a:prstGeom prst="rect">
            <a:avLst/>
          </a:prstGeom>
          <a:noFill/>
          <a:effectLst/>
        </p:spPr>
        <p:txBody>
          <a:bodyPr vert="horz" wrap="square" lIns="90000" tIns="90000" rIns="90000" bIns="90000" rtlCol="0" anchor="t" anchorCtr="0">
            <a:noAutofit/>
          </a:bodyPr>
          <a:lstStyle>
            <a:defPPr>
              <a:defRPr lang="de-DE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40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algn="ctr"/>
            <a:r>
              <a:rPr lang="de-DE" sz="3200" b="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—  zu  —</a:t>
            </a:r>
          </a:p>
        </p:txBody>
      </p:sp>
      <p:sp>
        <p:nvSpPr>
          <p:cNvPr id="19" name="Gast">
            <a:extLst>
              <a:ext uri="{FF2B5EF4-FFF2-40B4-BE49-F238E27FC236}">
                <a16:creationId xmlns:a16="http://schemas.microsoft.com/office/drawing/2014/main" id="{825FDA2C-EB48-5A9B-D26C-239B161A14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3063" y="2699999"/>
            <a:ext cx="7200000" cy="719999"/>
          </a:xfrm>
          <a:prstGeom prst="rect">
            <a:avLst/>
          </a:prstGeom>
        </p:spPr>
        <p:txBody>
          <a:bodyPr lIns="180000" tIns="180000" rIns="180000" bIns="180000" anchor="ctr" anchorCtr="1">
            <a:noAutofit/>
          </a:bodyPr>
          <a:lstStyle>
            <a:lvl1pPr marL="0" indent="0" algn="ctr">
              <a:buNone/>
              <a:defRPr lang="en-US" sz="3200" b="0" i="0" kern="1200" dirty="0" smtClean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lvl="0" indent="-457200" algn="ctr" defTabSz="914400" rtl="0" eaLnBrk="1" latinLnBrk="0" hangingPunct="1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&lt;Herr </a:t>
            </a:r>
            <a:r>
              <a:rPr lang="en-US" dirty="0" err="1"/>
              <a:t>Mustermann</a:t>
            </a:r>
            <a:r>
              <a:rPr lang="en-US" dirty="0"/>
              <a:t>&gt;</a:t>
            </a:r>
          </a:p>
        </p:txBody>
      </p:sp>
      <p:sp>
        <p:nvSpPr>
          <p:cNvPr id="8" name="T: Herzlich Willkommen">
            <a:extLst>
              <a:ext uri="{FF2B5EF4-FFF2-40B4-BE49-F238E27FC236}">
                <a16:creationId xmlns:a16="http://schemas.microsoft.com/office/drawing/2014/main" id="{60E8CB78-1D01-EC16-0401-7CC494DF2BF5}"/>
              </a:ext>
            </a:extLst>
          </p:cNvPr>
          <p:cNvSpPr txBox="1">
            <a:spLocks/>
          </p:cNvSpPr>
          <p:nvPr userDrawn="1"/>
        </p:nvSpPr>
        <p:spPr>
          <a:xfrm>
            <a:off x="2498487" y="1979999"/>
            <a:ext cx="7200000" cy="720000"/>
          </a:xfrm>
          <a:prstGeom prst="rect">
            <a:avLst/>
          </a:prstGeom>
          <a:noFill/>
          <a:effectLst/>
        </p:spPr>
        <p:txBody>
          <a:bodyPr vert="horz" wrap="square" lIns="180000" tIns="180000" rIns="180000" bIns="180000" rtlCol="0" anchor="t" anchorCtr="0">
            <a:noAutofit/>
          </a:bodyPr>
          <a:lstStyle>
            <a:defPPr>
              <a:defRPr lang="de-DE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4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algn="ctr"/>
            <a:r>
              <a:rPr lang="de-DE" sz="4000" dirty="0">
                <a:solidFill>
                  <a:schemeClr val="tx1"/>
                </a:solidFill>
              </a:rPr>
              <a:t>Herzlich Willkommen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02C72A-E8D5-C12E-7792-44CBAEB295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8002" y="414160"/>
            <a:ext cx="4535996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0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(3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H: Fußzeile">
            <a:extLst>
              <a:ext uri="{FF2B5EF4-FFF2-40B4-BE49-F238E27FC236}">
                <a16:creationId xmlns:a16="http://schemas.microsoft.com/office/drawing/2014/main" id="{16E210D3-49B9-615D-D877-F75BC014A1BE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id="{1C2103BB-BE9D-0CA5-50BD-9B45E1AF6D52}"/>
              </a:ext>
            </a:extLst>
          </p:cNvPr>
          <p:cNvSpPr/>
          <p:nvPr userDrawn="1"/>
        </p:nvSpPr>
        <p:spPr>
          <a:xfrm>
            <a:off x="3251262" y="425233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</p:txBody>
      </p:sp>
      <p:sp>
        <p:nvSpPr>
          <p:cNvPr id="10" name="Oval 2">
            <a:extLst>
              <a:ext uri="{FF2B5EF4-FFF2-40B4-BE49-F238E27FC236}">
                <a16:creationId xmlns:a16="http://schemas.microsoft.com/office/drawing/2014/main" id="{A634FD58-8D18-D32D-F1FB-2531C2BCFA93}"/>
              </a:ext>
            </a:extLst>
          </p:cNvPr>
          <p:cNvSpPr/>
          <p:nvPr userDrawn="1"/>
        </p:nvSpPr>
        <p:spPr>
          <a:xfrm>
            <a:off x="3251262" y="317233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</p:txBody>
      </p:sp>
      <p:sp>
        <p:nvSpPr>
          <p:cNvPr id="11" name="Oval 1">
            <a:extLst>
              <a:ext uri="{FF2B5EF4-FFF2-40B4-BE49-F238E27FC236}">
                <a16:creationId xmlns:a16="http://schemas.microsoft.com/office/drawing/2014/main" id="{D096168E-9D84-53CB-4D19-CC436D7989DF}"/>
              </a:ext>
            </a:extLst>
          </p:cNvPr>
          <p:cNvSpPr/>
          <p:nvPr userDrawn="1"/>
        </p:nvSpPr>
        <p:spPr>
          <a:xfrm>
            <a:off x="3251262" y="2095212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</p:txBody>
      </p:sp>
      <p:cxnSp>
        <p:nvCxnSpPr>
          <p:cNvPr id="12" name="Gerade Verbindung 2">
            <a:extLst>
              <a:ext uri="{FF2B5EF4-FFF2-40B4-BE49-F238E27FC236}">
                <a16:creationId xmlns:a16="http://schemas.microsoft.com/office/drawing/2014/main" id="{BDC6B755-E5CE-87AD-C613-A9824D5AACBF}"/>
              </a:ext>
            </a:extLst>
          </p:cNvPr>
          <p:cNvCxnSpPr>
            <a:cxnSpLocks/>
            <a:stCxn id="10" idx="4"/>
            <a:endCxn id="9" idx="0"/>
          </p:cNvCxnSpPr>
          <p:nvPr userDrawn="1"/>
        </p:nvCxnSpPr>
        <p:spPr>
          <a:xfrm>
            <a:off x="3523578" y="3716963"/>
            <a:ext cx="0" cy="535368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">
            <a:extLst>
              <a:ext uri="{FF2B5EF4-FFF2-40B4-BE49-F238E27FC236}">
                <a16:creationId xmlns:a16="http://schemas.microsoft.com/office/drawing/2014/main" id="{72DDDF02-608D-353C-58EE-9866BF742B9A}"/>
              </a:ext>
            </a:extLst>
          </p:cNvPr>
          <p:cNvCxnSpPr>
            <a:cxnSpLocks/>
            <a:stCxn id="11" idx="4"/>
            <a:endCxn id="10" idx="0"/>
          </p:cNvCxnSpPr>
          <p:nvPr userDrawn="1"/>
        </p:nvCxnSpPr>
        <p:spPr>
          <a:xfrm>
            <a:off x="3523578" y="2639844"/>
            <a:ext cx="0" cy="532487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H: Indexeintrag 3">
            <a:extLst>
              <a:ext uri="{FF2B5EF4-FFF2-40B4-BE49-F238E27FC236}">
                <a16:creationId xmlns:a16="http://schemas.microsoft.com/office/drawing/2014/main" id="{449AFBE6-79B4-CCD6-05B4-9F768EAC2E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35563" y="4160315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5" name="PH: Indexeintrag 2">
            <a:extLst>
              <a:ext uri="{FF2B5EF4-FFF2-40B4-BE49-F238E27FC236}">
                <a16:creationId xmlns:a16="http://schemas.microsoft.com/office/drawing/2014/main" id="{8D587144-C751-511D-3DC3-B40F2D5574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35563" y="3064669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3" name="PH: Indexeintrag 1">
            <a:extLst>
              <a:ext uri="{FF2B5EF4-FFF2-40B4-BE49-F238E27FC236}">
                <a16:creationId xmlns:a16="http://schemas.microsoft.com/office/drawing/2014/main" id="{07B4D29E-E469-45BC-9496-A6FAFA5FD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46524" y="2001969"/>
            <a:ext cx="4321475" cy="70308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4" name="PH: Titel 1">
            <a:extLst>
              <a:ext uri="{FF2B5EF4-FFF2-40B4-BE49-F238E27FC236}">
                <a16:creationId xmlns:a16="http://schemas.microsoft.com/office/drawing/2014/main" id="{03AE9258-A292-7679-8196-9B8B55F3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 vert="horz" lIns="180000" tIns="180000" rIns="180000" bIns="180000" rtlCol="0" anchor="ctr">
            <a:noAutofit/>
          </a:bodyPr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20000"/>
              </a:lnSpc>
              <a:spcAft>
                <a:spcPts val="400"/>
              </a:spcAft>
            </a:pPr>
            <a:r>
              <a:rPr lang="en-US" dirty="0"/>
              <a:t>&lt;Thema&gt;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834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dex (4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: Fußzeile">
            <a:extLst>
              <a:ext uri="{FF2B5EF4-FFF2-40B4-BE49-F238E27FC236}">
                <a16:creationId xmlns:a16="http://schemas.microsoft.com/office/drawing/2014/main" id="{95F2D3A6-4720-8598-A8AD-FA801247CECE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</a:p>
        </p:txBody>
      </p:sp>
      <p:sp>
        <p:nvSpPr>
          <p:cNvPr id="16" name="PH: Titel 1">
            <a:extLst>
              <a:ext uri="{FF2B5EF4-FFF2-40B4-BE49-F238E27FC236}">
                <a16:creationId xmlns:a16="http://schemas.microsoft.com/office/drawing/2014/main" id="{CC5EC828-EB0E-DC80-EC66-B5BF41B9D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 vert="horz" lIns="180000" tIns="180000" rIns="180000" bIns="180000" rtlCol="0" anchor="ctr">
            <a:noAutofit/>
          </a:bodyPr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20000"/>
              </a:lnSpc>
              <a:spcAft>
                <a:spcPts val="400"/>
              </a:spcAft>
            </a:pPr>
            <a:r>
              <a:rPr lang="en-US" dirty="0"/>
              <a:t>&lt;Thema&gt;</a:t>
            </a:r>
            <a:endParaRPr lang="de-DE" dirty="0"/>
          </a:p>
        </p:txBody>
      </p:sp>
      <p:sp>
        <p:nvSpPr>
          <p:cNvPr id="2" name="Oval 4">
            <a:extLst>
              <a:ext uri="{FF2B5EF4-FFF2-40B4-BE49-F238E27FC236}">
                <a16:creationId xmlns:a16="http://schemas.microsoft.com/office/drawing/2014/main" id="{55104823-F3D8-D432-597C-C6974F954356}"/>
              </a:ext>
            </a:extLst>
          </p:cNvPr>
          <p:cNvSpPr/>
          <p:nvPr userDrawn="1"/>
        </p:nvSpPr>
        <p:spPr>
          <a:xfrm>
            <a:off x="3240000" y="4968000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7ED825EE-AACC-A559-ACB6-DB3C630F9C88}"/>
              </a:ext>
            </a:extLst>
          </p:cNvPr>
          <p:cNvSpPr/>
          <p:nvPr userDrawn="1"/>
        </p:nvSpPr>
        <p:spPr>
          <a:xfrm>
            <a:off x="3240000" y="3888000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</p:txBody>
      </p:sp>
      <p:sp>
        <p:nvSpPr>
          <p:cNvPr id="4" name="Oval 2">
            <a:extLst>
              <a:ext uri="{FF2B5EF4-FFF2-40B4-BE49-F238E27FC236}">
                <a16:creationId xmlns:a16="http://schemas.microsoft.com/office/drawing/2014/main" id="{98833740-1B1F-C09E-7256-E4E5706DC5A1}"/>
              </a:ext>
            </a:extLst>
          </p:cNvPr>
          <p:cNvSpPr/>
          <p:nvPr userDrawn="1"/>
        </p:nvSpPr>
        <p:spPr>
          <a:xfrm>
            <a:off x="3240000" y="2808000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</p:txBody>
      </p:sp>
      <p:sp>
        <p:nvSpPr>
          <p:cNvPr id="5" name="Oval 1">
            <a:extLst>
              <a:ext uri="{FF2B5EF4-FFF2-40B4-BE49-F238E27FC236}">
                <a16:creationId xmlns:a16="http://schemas.microsoft.com/office/drawing/2014/main" id="{720FC678-2951-3185-62D6-268A0DE03F20}"/>
              </a:ext>
            </a:extLst>
          </p:cNvPr>
          <p:cNvSpPr/>
          <p:nvPr userDrawn="1"/>
        </p:nvSpPr>
        <p:spPr>
          <a:xfrm>
            <a:off x="3240000" y="173088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</p:txBody>
      </p:sp>
      <p:cxnSp>
        <p:nvCxnSpPr>
          <p:cNvPr id="6" name="Gerade Verbindung 3">
            <a:extLst>
              <a:ext uri="{FF2B5EF4-FFF2-40B4-BE49-F238E27FC236}">
                <a16:creationId xmlns:a16="http://schemas.microsoft.com/office/drawing/2014/main" id="{79556E70-EADB-2D80-528F-A40C70F12FF6}"/>
              </a:ext>
            </a:extLst>
          </p:cNvPr>
          <p:cNvCxnSpPr>
            <a:cxnSpLocks/>
            <a:stCxn id="3" idx="4"/>
            <a:endCxn id="2" idx="0"/>
          </p:cNvCxnSpPr>
          <p:nvPr userDrawn="1"/>
        </p:nvCxnSpPr>
        <p:spPr>
          <a:xfrm>
            <a:off x="3512316" y="4432632"/>
            <a:ext cx="0" cy="535368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2">
            <a:extLst>
              <a:ext uri="{FF2B5EF4-FFF2-40B4-BE49-F238E27FC236}">
                <a16:creationId xmlns:a16="http://schemas.microsoft.com/office/drawing/2014/main" id="{1891E4DE-FD9C-5AFF-FA8C-9D3A83AC6036}"/>
              </a:ext>
            </a:extLst>
          </p:cNvPr>
          <p:cNvCxnSpPr>
            <a:cxnSpLocks/>
            <a:stCxn id="4" idx="4"/>
            <a:endCxn id="3" idx="0"/>
          </p:cNvCxnSpPr>
          <p:nvPr userDrawn="1"/>
        </p:nvCxnSpPr>
        <p:spPr>
          <a:xfrm>
            <a:off x="3512316" y="3352632"/>
            <a:ext cx="0" cy="535368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">
            <a:extLst>
              <a:ext uri="{FF2B5EF4-FFF2-40B4-BE49-F238E27FC236}">
                <a16:creationId xmlns:a16="http://schemas.microsoft.com/office/drawing/2014/main" id="{649DF2FA-D5C8-1906-A8CC-374860772C50}"/>
              </a:ext>
            </a:extLst>
          </p:cNvPr>
          <p:cNvCxnSpPr>
            <a:cxnSpLocks/>
            <a:stCxn id="5" idx="4"/>
            <a:endCxn id="4" idx="0"/>
          </p:cNvCxnSpPr>
          <p:nvPr userDrawn="1"/>
        </p:nvCxnSpPr>
        <p:spPr>
          <a:xfrm>
            <a:off x="3512316" y="2275513"/>
            <a:ext cx="0" cy="532487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Indexeintrag 4">
            <a:extLst>
              <a:ext uri="{FF2B5EF4-FFF2-40B4-BE49-F238E27FC236}">
                <a16:creationId xmlns:a16="http://schemas.microsoft.com/office/drawing/2014/main" id="{E584B239-72CB-1962-475E-439E7A969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24301" y="4869699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0" name="Indexeintrag 3">
            <a:extLst>
              <a:ext uri="{FF2B5EF4-FFF2-40B4-BE49-F238E27FC236}">
                <a16:creationId xmlns:a16="http://schemas.microsoft.com/office/drawing/2014/main" id="{3A6D0C82-7D9A-AB9A-6907-EB3A46DAA7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24301" y="3795984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1" name="Indexeintrag 2">
            <a:extLst>
              <a:ext uri="{FF2B5EF4-FFF2-40B4-BE49-F238E27FC236}">
                <a16:creationId xmlns:a16="http://schemas.microsoft.com/office/drawing/2014/main" id="{09FAA55C-AC4C-D345-7D29-629D9A5093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24301" y="2700338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2" name="Indexeintrag 1">
            <a:extLst>
              <a:ext uri="{FF2B5EF4-FFF2-40B4-BE49-F238E27FC236}">
                <a16:creationId xmlns:a16="http://schemas.microsoft.com/office/drawing/2014/main" id="{28DC9ACC-6335-BA19-CB7E-DE261145BF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35262" y="1637638"/>
            <a:ext cx="4321475" cy="70308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091392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(5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: Fußzeile">
            <a:extLst>
              <a:ext uri="{FF2B5EF4-FFF2-40B4-BE49-F238E27FC236}">
                <a16:creationId xmlns:a16="http://schemas.microsoft.com/office/drawing/2014/main" id="{95F2D3A6-4720-8598-A8AD-FA801247CECE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</a:p>
        </p:txBody>
      </p:sp>
      <p:sp>
        <p:nvSpPr>
          <p:cNvPr id="16" name="PH: Titel 1">
            <a:extLst>
              <a:ext uri="{FF2B5EF4-FFF2-40B4-BE49-F238E27FC236}">
                <a16:creationId xmlns:a16="http://schemas.microsoft.com/office/drawing/2014/main" id="{CC5EC828-EB0E-DC80-EC66-B5BF41B9D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 vert="horz" lIns="180000" tIns="180000" rIns="180000" bIns="180000" rtlCol="0" anchor="ctr">
            <a:noAutofit/>
          </a:bodyPr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20000"/>
              </a:lnSpc>
              <a:spcAft>
                <a:spcPts val="400"/>
              </a:spcAft>
            </a:pPr>
            <a:r>
              <a:rPr lang="en-US" dirty="0"/>
              <a:t>&lt;Thema&gt;</a:t>
            </a:r>
            <a:endParaRPr lang="de-DE" dirty="0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66BD7458-269D-2F0C-EC61-8442C3ECEF32}"/>
              </a:ext>
            </a:extLst>
          </p:cNvPr>
          <p:cNvSpPr/>
          <p:nvPr userDrawn="1"/>
        </p:nvSpPr>
        <p:spPr>
          <a:xfrm>
            <a:off x="3240000" y="5449390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  <a:endParaRPr lang="de-DE" sz="2800" b="1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A4167B19-EED4-7CAD-72D9-49D04B3BC8FC}"/>
              </a:ext>
            </a:extLst>
          </p:cNvPr>
          <p:cNvSpPr/>
          <p:nvPr userDrawn="1"/>
        </p:nvSpPr>
        <p:spPr>
          <a:xfrm>
            <a:off x="3240000" y="4358400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</a:p>
        </p:txBody>
      </p:sp>
      <p:sp>
        <p:nvSpPr>
          <p:cNvPr id="10" name="Oval 3">
            <a:extLst>
              <a:ext uri="{FF2B5EF4-FFF2-40B4-BE49-F238E27FC236}">
                <a16:creationId xmlns:a16="http://schemas.microsoft.com/office/drawing/2014/main" id="{640ED029-0B67-8414-225F-5DA147E7FD29}"/>
              </a:ext>
            </a:extLst>
          </p:cNvPr>
          <p:cNvSpPr/>
          <p:nvPr userDrawn="1"/>
        </p:nvSpPr>
        <p:spPr>
          <a:xfrm>
            <a:off x="3240000" y="3278400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</p:txBody>
      </p:sp>
      <p:sp>
        <p:nvSpPr>
          <p:cNvPr id="11" name="Oval 2">
            <a:extLst>
              <a:ext uri="{FF2B5EF4-FFF2-40B4-BE49-F238E27FC236}">
                <a16:creationId xmlns:a16="http://schemas.microsoft.com/office/drawing/2014/main" id="{D23704AA-8513-69B4-83C5-74E59DCF57C3}"/>
              </a:ext>
            </a:extLst>
          </p:cNvPr>
          <p:cNvSpPr/>
          <p:nvPr userDrawn="1"/>
        </p:nvSpPr>
        <p:spPr>
          <a:xfrm>
            <a:off x="3240000" y="2198400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</p:txBody>
      </p:sp>
      <p:sp>
        <p:nvSpPr>
          <p:cNvPr id="12" name="Oval 1">
            <a:extLst>
              <a:ext uri="{FF2B5EF4-FFF2-40B4-BE49-F238E27FC236}">
                <a16:creationId xmlns:a16="http://schemas.microsoft.com/office/drawing/2014/main" id="{799D62EF-918A-814C-C8BF-F745AC690036}"/>
              </a:ext>
            </a:extLst>
          </p:cNvPr>
          <p:cNvSpPr/>
          <p:nvPr userDrawn="1"/>
        </p:nvSpPr>
        <p:spPr>
          <a:xfrm>
            <a:off x="3240000" y="112128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</p:txBody>
      </p:sp>
      <p:cxnSp>
        <p:nvCxnSpPr>
          <p:cNvPr id="13" name="Gerade Verbindung 4">
            <a:extLst>
              <a:ext uri="{FF2B5EF4-FFF2-40B4-BE49-F238E27FC236}">
                <a16:creationId xmlns:a16="http://schemas.microsoft.com/office/drawing/2014/main" id="{F5A26A71-42AC-DBC8-1C37-AAD2EFDC3B20}"/>
              </a:ext>
            </a:extLst>
          </p:cNvPr>
          <p:cNvCxnSpPr>
            <a:cxnSpLocks/>
          </p:cNvCxnSpPr>
          <p:nvPr userDrawn="1"/>
        </p:nvCxnSpPr>
        <p:spPr>
          <a:xfrm>
            <a:off x="3512316" y="4903032"/>
            <a:ext cx="0" cy="535368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3">
            <a:extLst>
              <a:ext uri="{FF2B5EF4-FFF2-40B4-BE49-F238E27FC236}">
                <a16:creationId xmlns:a16="http://schemas.microsoft.com/office/drawing/2014/main" id="{F3B9F1B8-C9ED-BB49-08A0-8D59CEFC3D4B}"/>
              </a:ext>
            </a:extLst>
          </p:cNvPr>
          <p:cNvCxnSpPr>
            <a:cxnSpLocks/>
            <a:stCxn id="10" idx="4"/>
            <a:endCxn id="9" idx="0"/>
          </p:cNvCxnSpPr>
          <p:nvPr userDrawn="1"/>
        </p:nvCxnSpPr>
        <p:spPr>
          <a:xfrm>
            <a:off x="3512316" y="3823032"/>
            <a:ext cx="0" cy="535368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2">
            <a:extLst>
              <a:ext uri="{FF2B5EF4-FFF2-40B4-BE49-F238E27FC236}">
                <a16:creationId xmlns:a16="http://schemas.microsoft.com/office/drawing/2014/main" id="{804615FE-F170-DD2A-F27D-746BC71184F4}"/>
              </a:ext>
            </a:extLst>
          </p:cNvPr>
          <p:cNvCxnSpPr>
            <a:cxnSpLocks/>
            <a:stCxn id="11" idx="4"/>
            <a:endCxn id="10" idx="0"/>
          </p:cNvCxnSpPr>
          <p:nvPr userDrawn="1"/>
        </p:nvCxnSpPr>
        <p:spPr>
          <a:xfrm>
            <a:off x="3512316" y="2743032"/>
            <a:ext cx="0" cy="535368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1">
            <a:extLst>
              <a:ext uri="{FF2B5EF4-FFF2-40B4-BE49-F238E27FC236}">
                <a16:creationId xmlns:a16="http://schemas.microsoft.com/office/drawing/2014/main" id="{4C9ED736-13D5-5584-5A40-537DE47C56AD}"/>
              </a:ext>
            </a:extLst>
          </p:cNvPr>
          <p:cNvCxnSpPr>
            <a:cxnSpLocks/>
            <a:stCxn id="12" idx="4"/>
            <a:endCxn id="11" idx="0"/>
          </p:cNvCxnSpPr>
          <p:nvPr userDrawn="1"/>
        </p:nvCxnSpPr>
        <p:spPr>
          <a:xfrm>
            <a:off x="3512316" y="1665913"/>
            <a:ext cx="0" cy="532487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ndexeintrag 5">
            <a:extLst>
              <a:ext uri="{FF2B5EF4-FFF2-40B4-BE49-F238E27FC236}">
                <a16:creationId xmlns:a16="http://schemas.microsoft.com/office/drawing/2014/main" id="{75FF255C-CCF1-181E-903D-B627070C75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24301" y="5351089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5" name="Indexeintrag 4">
            <a:extLst>
              <a:ext uri="{FF2B5EF4-FFF2-40B4-BE49-F238E27FC236}">
                <a16:creationId xmlns:a16="http://schemas.microsoft.com/office/drawing/2014/main" id="{F82F2E17-5069-41FF-1F74-6343E97044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24301" y="4260099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6" name="Indexeintrag 3">
            <a:extLst>
              <a:ext uri="{FF2B5EF4-FFF2-40B4-BE49-F238E27FC236}">
                <a16:creationId xmlns:a16="http://schemas.microsoft.com/office/drawing/2014/main" id="{731302AA-B050-9DE8-93A7-47EE605B43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24301" y="3186384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7" name="Indexeintrag 2">
            <a:extLst>
              <a:ext uri="{FF2B5EF4-FFF2-40B4-BE49-F238E27FC236}">
                <a16:creationId xmlns:a16="http://schemas.microsoft.com/office/drawing/2014/main" id="{C2041BDD-DC4B-B935-0682-B62142EEB3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24301" y="2090738"/>
            <a:ext cx="4320874" cy="7286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de-DE" sz="1800" kern="1200" dirty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8" name="Indexeintrag 1">
            <a:extLst>
              <a:ext uri="{FF2B5EF4-FFF2-40B4-BE49-F238E27FC236}">
                <a16:creationId xmlns:a16="http://schemas.microsoft.com/office/drawing/2014/main" id="{03C6BD9A-A7CD-00EB-A627-129F932F99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35262" y="1028038"/>
            <a:ext cx="4321475" cy="70308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7877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(5.1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: Fußzeile">
            <a:extLst>
              <a:ext uri="{FF2B5EF4-FFF2-40B4-BE49-F238E27FC236}">
                <a16:creationId xmlns:a16="http://schemas.microsoft.com/office/drawing/2014/main" id="{95F2D3A6-4720-8598-A8AD-FA801247CECE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</a:p>
        </p:txBody>
      </p:sp>
      <p:sp>
        <p:nvSpPr>
          <p:cNvPr id="16" name="PH: Titel 1">
            <a:extLst>
              <a:ext uri="{FF2B5EF4-FFF2-40B4-BE49-F238E27FC236}">
                <a16:creationId xmlns:a16="http://schemas.microsoft.com/office/drawing/2014/main" id="{CC5EC828-EB0E-DC80-EC66-B5BF41B9D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 vert="horz" lIns="180000" tIns="180000" rIns="180000" bIns="180000" rtlCol="0" anchor="ctr">
            <a:noAutofit/>
          </a:bodyPr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20000"/>
              </a:lnSpc>
              <a:spcAft>
                <a:spcPts val="400"/>
              </a:spcAft>
            </a:pPr>
            <a:r>
              <a:rPr lang="en-US" dirty="0"/>
              <a:t>&lt;Thema&gt;</a:t>
            </a:r>
            <a:endParaRPr lang="de-DE" dirty="0"/>
          </a:p>
        </p:txBody>
      </p:sp>
      <p:sp>
        <p:nvSpPr>
          <p:cNvPr id="2" name="Oval 5">
            <a:extLst>
              <a:ext uri="{FF2B5EF4-FFF2-40B4-BE49-F238E27FC236}">
                <a16:creationId xmlns:a16="http://schemas.microsoft.com/office/drawing/2014/main" id="{ACF32045-C31A-C0C2-D977-18B5CDE5BA08}"/>
              </a:ext>
            </a:extLst>
          </p:cNvPr>
          <p:cNvSpPr/>
          <p:nvPr userDrawn="1"/>
        </p:nvSpPr>
        <p:spPr>
          <a:xfrm>
            <a:off x="6120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AE6EA2B9-F713-83CF-41E7-4655F497321E}"/>
              </a:ext>
            </a:extLst>
          </p:cNvPr>
          <p:cNvSpPr/>
          <p:nvPr userDrawn="1"/>
        </p:nvSpPr>
        <p:spPr>
          <a:xfrm>
            <a:off x="432000" y="4950176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653797-46DE-E8DC-D100-40C7730F7355}"/>
              </a:ext>
            </a:extLst>
          </p:cNvPr>
          <p:cNvSpPr/>
          <p:nvPr userDrawn="1"/>
        </p:nvSpPr>
        <p:spPr>
          <a:xfrm>
            <a:off x="432000" y="3883092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</p:txBody>
      </p:sp>
      <p:sp>
        <p:nvSpPr>
          <p:cNvPr id="5" name="Oval 2">
            <a:extLst>
              <a:ext uri="{FF2B5EF4-FFF2-40B4-BE49-F238E27FC236}">
                <a16:creationId xmlns:a16="http://schemas.microsoft.com/office/drawing/2014/main" id="{D4A30F29-B41C-B0C6-0CB4-C44935471754}"/>
              </a:ext>
            </a:extLst>
          </p:cNvPr>
          <p:cNvSpPr/>
          <p:nvPr userDrawn="1"/>
        </p:nvSpPr>
        <p:spPr>
          <a:xfrm>
            <a:off x="432000" y="2800274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A4884D90-F917-0C5C-E04A-7A42CD151E54}"/>
              </a:ext>
            </a:extLst>
          </p:cNvPr>
          <p:cNvSpPr/>
          <p:nvPr userDrawn="1"/>
        </p:nvSpPr>
        <p:spPr>
          <a:xfrm>
            <a:off x="432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</p:txBody>
      </p:sp>
      <p:sp>
        <p:nvSpPr>
          <p:cNvPr id="17" name="Indexeintrag 5">
            <a:extLst>
              <a:ext uri="{FF2B5EF4-FFF2-40B4-BE49-F238E27FC236}">
                <a16:creationId xmlns:a16="http://schemas.microsoft.com/office/drawing/2014/main" id="{A71CDDB6-0F5B-186E-FE63-4BFDD9328A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41269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8" name="Indexeintrag 4">
            <a:extLst>
              <a:ext uri="{FF2B5EF4-FFF2-40B4-BE49-F238E27FC236}">
                <a16:creationId xmlns:a16="http://schemas.microsoft.com/office/drawing/2014/main" id="{D4FA0407-6AED-D68E-6034-1FABDC3CE6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52000" y="486212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9" name="Indexeintrag 3">
            <a:extLst>
              <a:ext uri="{FF2B5EF4-FFF2-40B4-BE49-F238E27FC236}">
                <a16:creationId xmlns:a16="http://schemas.microsoft.com/office/drawing/2014/main" id="{8B4F6903-FB47-C447-EE18-85A6A0EDF2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52000" y="3794510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0" name="Indexeintrag 2">
            <a:extLst>
              <a:ext uri="{FF2B5EF4-FFF2-40B4-BE49-F238E27FC236}">
                <a16:creationId xmlns:a16="http://schemas.microsoft.com/office/drawing/2014/main" id="{82262CC5-7D98-72A1-BFD3-1FED054C26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2000" y="2732525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1" name="Indexeintrag 1">
            <a:extLst>
              <a:ext uri="{FF2B5EF4-FFF2-40B4-BE49-F238E27FC236}">
                <a16:creationId xmlns:a16="http://schemas.microsoft.com/office/drawing/2014/main" id="{61960DB4-A6B9-B715-9FDF-8DDB70E89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000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6950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(6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: Fußzeile">
            <a:extLst>
              <a:ext uri="{FF2B5EF4-FFF2-40B4-BE49-F238E27FC236}">
                <a16:creationId xmlns:a16="http://schemas.microsoft.com/office/drawing/2014/main" id="{95F2D3A6-4720-8598-A8AD-FA801247CECE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</a:p>
        </p:txBody>
      </p:sp>
      <p:sp>
        <p:nvSpPr>
          <p:cNvPr id="16" name="PH: Titel 1">
            <a:extLst>
              <a:ext uri="{FF2B5EF4-FFF2-40B4-BE49-F238E27FC236}">
                <a16:creationId xmlns:a16="http://schemas.microsoft.com/office/drawing/2014/main" id="{CC5EC828-EB0E-DC80-EC66-B5BF41B9D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 vert="horz" lIns="180000" tIns="180000" rIns="180000" bIns="180000" rtlCol="0" anchor="ctr">
            <a:noAutofit/>
          </a:bodyPr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20000"/>
              </a:lnSpc>
              <a:spcAft>
                <a:spcPts val="400"/>
              </a:spcAft>
            </a:pPr>
            <a:r>
              <a:rPr lang="en-US" dirty="0"/>
              <a:t>&lt;Thema&gt;</a:t>
            </a:r>
            <a:endParaRPr lang="de-DE" dirty="0"/>
          </a:p>
        </p:txBody>
      </p:sp>
      <p:sp>
        <p:nvSpPr>
          <p:cNvPr id="2" name="Oval 5">
            <a:extLst>
              <a:ext uri="{FF2B5EF4-FFF2-40B4-BE49-F238E27FC236}">
                <a16:creationId xmlns:a16="http://schemas.microsoft.com/office/drawing/2014/main" id="{ACF32045-C31A-C0C2-D977-18B5CDE5BA08}"/>
              </a:ext>
            </a:extLst>
          </p:cNvPr>
          <p:cNvSpPr/>
          <p:nvPr userDrawn="1"/>
        </p:nvSpPr>
        <p:spPr>
          <a:xfrm>
            <a:off x="6120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AE6EA2B9-F713-83CF-41E7-4655F497321E}"/>
              </a:ext>
            </a:extLst>
          </p:cNvPr>
          <p:cNvSpPr/>
          <p:nvPr userDrawn="1"/>
        </p:nvSpPr>
        <p:spPr>
          <a:xfrm>
            <a:off x="432000" y="4950176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653797-46DE-E8DC-D100-40C7730F7355}"/>
              </a:ext>
            </a:extLst>
          </p:cNvPr>
          <p:cNvSpPr/>
          <p:nvPr userDrawn="1"/>
        </p:nvSpPr>
        <p:spPr>
          <a:xfrm>
            <a:off x="432000" y="3883092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</p:txBody>
      </p:sp>
      <p:sp>
        <p:nvSpPr>
          <p:cNvPr id="5" name="Oval 2">
            <a:extLst>
              <a:ext uri="{FF2B5EF4-FFF2-40B4-BE49-F238E27FC236}">
                <a16:creationId xmlns:a16="http://schemas.microsoft.com/office/drawing/2014/main" id="{D4A30F29-B41C-B0C6-0CB4-C44935471754}"/>
              </a:ext>
            </a:extLst>
          </p:cNvPr>
          <p:cNvSpPr/>
          <p:nvPr userDrawn="1"/>
        </p:nvSpPr>
        <p:spPr>
          <a:xfrm>
            <a:off x="432000" y="2800274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A4884D90-F917-0C5C-E04A-7A42CD151E54}"/>
              </a:ext>
            </a:extLst>
          </p:cNvPr>
          <p:cNvSpPr/>
          <p:nvPr userDrawn="1"/>
        </p:nvSpPr>
        <p:spPr>
          <a:xfrm>
            <a:off x="432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</p:txBody>
      </p:sp>
      <p:sp>
        <p:nvSpPr>
          <p:cNvPr id="17" name="Indexeintrag 5">
            <a:extLst>
              <a:ext uri="{FF2B5EF4-FFF2-40B4-BE49-F238E27FC236}">
                <a16:creationId xmlns:a16="http://schemas.microsoft.com/office/drawing/2014/main" id="{A71CDDB6-0F5B-186E-FE63-4BFDD9328A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41269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8" name="Indexeintrag 4">
            <a:extLst>
              <a:ext uri="{FF2B5EF4-FFF2-40B4-BE49-F238E27FC236}">
                <a16:creationId xmlns:a16="http://schemas.microsoft.com/office/drawing/2014/main" id="{D4FA0407-6AED-D68E-6034-1FABDC3CE6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52000" y="486212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9" name="Indexeintrag 3">
            <a:extLst>
              <a:ext uri="{FF2B5EF4-FFF2-40B4-BE49-F238E27FC236}">
                <a16:creationId xmlns:a16="http://schemas.microsoft.com/office/drawing/2014/main" id="{8B4F6903-FB47-C447-EE18-85A6A0EDF2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52000" y="3794510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0" name="Indexeintrag 2">
            <a:extLst>
              <a:ext uri="{FF2B5EF4-FFF2-40B4-BE49-F238E27FC236}">
                <a16:creationId xmlns:a16="http://schemas.microsoft.com/office/drawing/2014/main" id="{82262CC5-7D98-72A1-BFD3-1FED054C26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2000" y="2732525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1" name="Indexeintrag 1">
            <a:extLst>
              <a:ext uri="{FF2B5EF4-FFF2-40B4-BE49-F238E27FC236}">
                <a16:creationId xmlns:a16="http://schemas.microsoft.com/office/drawing/2014/main" id="{61960DB4-A6B9-B715-9FDF-8DDB70E89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000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FD7BD416-52CF-EE59-C6DC-3C02029E1324}"/>
              </a:ext>
            </a:extLst>
          </p:cNvPr>
          <p:cNvSpPr/>
          <p:nvPr userDrawn="1"/>
        </p:nvSpPr>
        <p:spPr>
          <a:xfrm>
            <a:off x="6120000" y="2800274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</a:t>
            </a:r>
          </a:p>
        </p:txBody>
      </p:sp>
      <p:sp>
        <p:nvSpPr>
          <p:cNvPr id="9" name="Indexeintrag 6">
            <a:extLst>
              <a:ext uri="{FF2B5EF4-FFF2-40B4-BE49-F238E27FC236}">
                <a16:creationId xmlns:a16="http://schemas.microsoft.com/office/drawing/2014/main" id="{0A0B79BE-7D3A-96DA-4CE1-C4C2EEC8F7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1269" y="2732525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21499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(7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: Fußzeile">
            <a:extLst>
              <a:ext uri="{FF2B5EF4-FFF2-40B4-BE49-F238E27FC236}">
                <a16:creationId xmlns:a16="http://schemas.microsoft.com/office/drawing/2014/main" id="{95F2D3A6-4720-8598-A8AD-FA801247CECE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</a:p>
        </p:txBody>
      </p:sp>
      <p:sp>
        <p:nvSpPr>
          <p:cNvPr id="16" name="PH: Titel 1">
            <a:extLst>
              <a:ext uri="{FF2B5EF4-FFF2-40B4-BE49-F238E27FC236}">
                <a16:creationId xmlns:a16="http://schemas.microsoft.com/office/drawing/2014/main" id="{CC5EC828-EB0E-DC80-EC66-B5BF41B9D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 vert="horz" lIns="180000" tIns="180000" rIns="180000" bIns="180000" rtlCol="0" anchor="ctr">
            <a:noAutofit/>
          </a:bodyPr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20000"/>
              </a:lnSpc>
              <a:spcAft>
                <a:spcPts val="400"/>
              </a:spcAft>
            </a:pPr>
            <a:r>
              <a:rPr lang="en-US" dirty="0"/>
              <a:t>&lt;Thema&gt;</a:t>
            </a:r>
            <a:endParaRPr lang="de-DE" dirty="0"/>
          </a:p>
        </p:txBody>
      </p:sp>
      <p:sp>
        <p:nvSpPr>
          <p:cNvPr id="2" name="Oval 5">
            <a:extLst>
              <a:ext uri="{FF2B5EF4-FFF2-40B4-BE49-F238E27FC236}">
                <a16:creationId xmlns:a16="http://schemas.microsoft.com/office/drawing/2014/main" id="{ACF32045-C31A-C0C2-D977-18B5CDE5BA08}"/>
              </a:ext>
            </a:extLst>
          </p:cNvPr>
          <p:cNvSpPr/>
          <p:nvPr userDrawn="1"/>
        </p:nvSpPr>
        <p:spPr>
          <a:xfrm>
            <a:off x="6120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AE6EA2B9-F713-83CF-41E7-4655F497321E}"/>
              </a:ext>
            </a:extLst>
          </p:cNvPr>
          <p:cNvSpPr/>
          <p:nvPr userDrawn="1"/>
        </p:nvSpPr>
        <p:spPr>
          <a:xfrm>
            <a:off x="432000" y="4950176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653797-46DE-E8DC-D100-40C7730F7355}"/>
              </a:ext>
            </a:extLst>
          </p:cNvPr>
          <p:cNvSpPr/>
          <p:nvPr userDrawn="1"/>
        </p:nvSpPr>
        <p:spPr>
          <a:xfrm>
            <a:off x="432000" y="3883092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</p:txBody>
      </p:sp>
      <p:sp>
        <p:nvSpPr>
          <p:cNvPr id="5" name="Oval 2">
            <a:extLst>
              <a:ext uri="{FF2B5EF4-FFF2-40B4-BE49-F238E27FC236}">
                <a16:creationId xmlns:a16="http://schemas.microsoft.com/office/drawing/2014/main" id="{D4A30F29-B41C-B0C6-0CB4-C44935471754}"/>
              </a:ext>
            </a:extLst>
          </p:cNvPr>
          <p:cNvSpPr/>
          <p:nvPr userDrawn="1"/>
        </p:nvSpPr>
        <p:spPr>
          <a:xfrm>
            <a:off x="432000" y="2800274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A4884D90-F917-0C5C-E04A-7A42CD151E54}"/>
              </a:ext>
            </a:extLst>
          </p:cNvPr>
          <p:cNvSpPr/>
          <p:nvPr userDrawn="1"/>
        </p:nvSpPr>
        <p:spPr>
          <a:xfrm>
            <a:off x="432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</p:txBody>
      </p:sp>
      <p:sp>
        <p:nvSpPr>
          <p:cNvPr id="17" name="Indexeintrag 5">
            <a:extLst>
              <a:ext uri="{FF2B5EF4-FFF2-40B4-BE49-F238E27FC236}">
                <a16:creationId xmlns:a16="http://schemas.microsoft.com/office/drawing/2014/main" id="{A71CDDB6-0F5B-186E-FE63-4BFDD9328A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41269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8" name="Indexeintrag 4">
            <a:extLst>
              <a:ext uri="{FF2B5EF4-FFF2-40B4-BE49-F238E27FC236}">
                <a16:creationId xmlns:a16="http://schemas.microsoft.com/office/drawing/2014/main" id="{D4FA0407-6AED-D68E-6034-1FABDC3CE6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52000" y="486212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9" name="Indexeintrag 3">
            <a:extLst>
              <a:ext uri="{FF2B5EF4-FFF2-40B4-BE49-F238E27FC236}">
                <a16:creationId xmlns:a16="http://schemas.microsoft.com/office/drawing/2014/main" id="{8B4F6903-FB47-C447-EE18-85A6A0EDF2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52000" y="3794510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0" name="Indexeintrag 2">
            <a:extLst>
              <a:ext uri="{FF2B5EF4-FFF2-40B4-BE49-F238E27FC236}">
                <a16:creationId xmlns:a16="http://schemas.microsoft.com/office/drawing/2014/main" id="{82262CC5-7D98-72A1-BFD3-1FED054C26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2000" y="2732525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1" name="Indexeintrag 1">
            <a:extLst>
              <a:ext uri="{FF2B5EF4-FFF2-40B4-BE49-F238E27FC236}">
                <a16:creationId xmlns:a16="http://schemas.microsoft.com/office/drawing/2014/main" id="{61960DB4-A6B9-B715-9FDF-8DDB70E89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000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FD7BD416-52CF-EE59-C6DC-3C02029E1324}"/>
              </a:ext>
            </a:extLst>
          </p:cNvPr>
          <p:cNvSpPr/>
          <p:nvPr userDrawn="1"/>
        </p:nvSpPr>
        <p:spPr>
          <a:xfrm>
            <a:off x="6120000" y="2800274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</a:t>
            </a:r>
          </a:p>
        </p:txBody>
      </p:sp>
      <p:sp>
        <p:nvSpPr>
          <p:cNvPr id="9" name="Indexeintrag 6">
            <a:extLst>
              <a:ext uri="{FF2B5EF4-FFF2-40B4-BE49-F238E27FC236}">
                <a16:creationId xmlns:a16="http://schemas.microsoft.com/office/drawing/2014/main" id="{0A0B79BE-7D3A-96DA-4CE1-C4C2EEC8F7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1269" y="2732525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6A6F6814-04D3-AF84-EDEC-8889D9E2BBA2}"/>
              </a:ext>
            </a:extLst>
          </p:cNvPr>
          <p:cNvSpPr/>
          <p:nvPr userDrawn="1"/>
        </p:nvSpPr>
        <p:spPr>
          <a:xfrm>
            <a:off x="6120000" y="3883092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</a:p>
        </p:txBody>
      </p:sp>
      <p:sp>
        <p:nvSpPr>
          <p:cNvPr id="11" name="Indexeintrag 7">
            <a:extLst>
              <a:ext uri="{FF2B5EF4-FFF2-40B4-BE49-F238E27FC236}">
                <a16:creationId xmlns:a16="http://schemas.microsoft.com/office/drawing/2014/main" id="{6CC94E9C-8F17-2B85-B0E4-49BA6E1A33A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41269" y="3794510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52707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(8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: Fußzeile">
            <a:extLst>
              <a:ext uri="{FF2B5EF4-FFF2-40B4-BE49-F238E27FC236}">
                <a16:creationId xmlns:a16="http://schemas.microsoft.com/office/drawing/2014/main" id="{95F2D3A6-4720-8598-A8AD-FA801247CECE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&gt;</a:t>
            </a:r>
          </a:p>
        </p:txBody>
      </p:sp>
      <p:sp>
        <p:nvSpPr>
          <p:cNvPr id="16" name="PH: Titel 1">
            <a:extLst>
              <a:ext uri="{FF2B5EF4-FFF2-40B4-BE49-F238E27FC236}">
                <a16:creationId xmlns:a16="http://schemas.microsoft.com/office/drawing/2014/main" id="{CC5EC828-EB0E-DC80-EC66-B5BF41B9D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 vert="horz" lIns="180000" tIns="180000" rIns="180000" bIns="180000" rtlCol="0" anchor="ctr">
            <a:noAutofit/>
          </a:bodyPr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20000"/>
              </a:lnSpc>
              <a:spcAft>
                <a:spcPts val="400"/>
              </a:spcAft>
            </a:pPr>
            <a:r>
              <a:rPr lang="en-US" dirty="0"/>
              <a:t>&lt;Thema&gt;</a:t>
            </a:r>
            <a:endParaRPr lang="de-DE" dirty="0"/>
          </a:p>
        </p:txBody>
      </p:sp>
      <p:sp>
        <p:nvSpPr>
          <p:cNvPr id="2" name="Oval 5">
            <a:extLst>
              <a:ext uri="{FF2B5EF4-FFF2-40B4-BE49-F238E27FC236}">
                <a16:creationId xmlns:a16="http://schemas.microsoft.com/office/drawing/2014/main" id="{ACF32045-C31A-C0C2-D977-18B5CDE5BA08}"/>
              </a:ext>
            </a:extLst>
          </p:cNvPr>
          <p:cNvSpPr/>
          <p:nvPr userDrawn="1"/>
        </p:nvSpPr>
        <p:spPr>
          <a:xfrm>
            <a:off x="6120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AE6EA2B9-F713-83CF-41E7-4655F497321E}"/>
              </a:ext>
            </a:extLst>
          </p:cNvPr>
          <p:cNvSpPr/>
          <p:nvPr userDrawn="1"/>
        </p:nvSpPr>
        <p:spPr>
          <a:xfrm>
            <a:off x="432000" y="4950176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653797-46DE-E8DC-D100-40C7730F7355}"/>
              </a:ext>
            </a:extLst>
          </p:cNvPr>
          <p:cNvSpPr/>
          <p:nvPr userDrawn="1"/>
        </p:nvSpPr>
        <p:spPr>
          <a:xfrm>
            <a:off x="432000" y="3883092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</a:p>
        </p:txBody>
      </p:sp>
      <p:sp>
        <p:nvSpPr>
          <p:cNvPr id="5" name="Oval 2">
            <a:extLst>
              <a:ext uri="{FF2B5EF4-FFF2-40B4-BE49-F238E27FC236}">
                <a16:creationId xmlns:a16="http://schemas.microsoft.com/office/drawing/2014/main" id="{D4A30F29-B41C-B0C6-0CB4-C44935471754}"/>
              </a:ext>
            </a:extLst>
          </p:cNvPr>
          <p:cNvSpPr/>
          <p:nvPr userDrawn="1"/>
        </p:nvSpPr>
        <p:spPr>
          <a:xfrm>
            <a:off x="432000" y="2800274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A4884D90-F917-0C5C-E04A-7A42CD151E54}"/>
              </a:ext>
            </a:extLst>
          </p:cNvPr>
          <p:cNvSpPr/>
          <p:nvPr userDrawn="1"/>
        </p:nvSpPr>
        <p:spPr>
          <a:xfrm>
            <a:off x="432000" y="1716821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</p:txBody>
      </p:sp>
      <p:sp>
        <p:nvSpPr>
          <p:cNvPr id="17" name="Indexeintrag 5">
            <a:extLst>
              <a:ext uri="{FF2B5EF4-FFF2-40B4-BE49-F238E27FC236}">
                <a16:creationId xmlns:a16="http://schemas.microsoft.com/office/drawing/2014/main" id="{A71CDDB6-0F5B-186E-FE63-4BFDD9328A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41269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8" name="Indexeintrag 4">
            <a:extLst>
              <a:ext uri="{FF2B5EF4-FFF2-40B4-BE49-F238E27FC236}">
                <a16:creationId xmlns:a16="http://schemas.microsoft.com/office/drawing/2014/main" id="{D4FA0407-6AED-D68E-6034-1FABDC3CE6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52000" y="486212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9" name="Indexeintrag 3">
            <a:extLst>
              <a:ext uri="{FF2B5EF4-FFF2-40B4-BE49-F238E27FC236}">
                <a16:creationId xmlns:a16="http://schemas.microsoft.com/office/drawing/2014/main" id="{8B4F6903-FB47-C447-EE18-85A6A0EDF2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52000" y="3794510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0" name="Indexeintrag 2">
            <a:extLst>
              <a:ext uri="{FF2B5EF4-FFF2-40B4-BE49-F238E27FC236}">
                <a16:creationId xmlns:a16="http://schemas.microsoft.com/office/drawing/2014/main" id="{82262CC5-7D98-72A1-BFD3-1FED054C26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2000" y="2732525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21" name="Indexeintrag 1">
            <a:extLst>
              <a:ext uri="{FF2B5EF4-FFF2-40B4-BE49-F238E27FC236}">
                <a16:creationId xmlns:a16="http://schemas.microsoft.com/office/drawing/2014/main" id="{61960DB4-A6B9-B715-9FDF-8DDB70E89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000" y="166566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FD7BD416-52CF-EE59-C6DC-3C02029E1324}"/>
              </a:ext>
            </a:extLst>
          </p:cNvPr>
          <p:cNvSpPr/>
          <p:nvPr userDrawn="1"/>
        </p:nvSpPr>
        <p:spPr>
          <a:xfrm>
            <a:off x="6120000" y="2800274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</a:t>
            </a:r>
          </a:p>
        </p:txBody>
      </p:sp>
      <p:sp>
        <p:nvSpPr>
          <p:cNvPr id="9" name="Indexeintrag 6">
            <a:extLst>
              <a:ext uri="{FF2B5EF4-FFF2-40B4-BE49-F238E27FC236}">
                <a16:creationId xmlns:a16="http://schemas.microsoft.com/office/drawing/2014/main" id="{0A0B79BE-7D3A-96DA-4CE1-C4C2EEC8F7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1269" y="2732525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6A6F6814-04D3-AF84-EDEC-8889D9E2BBA2}"/>
              </a:ext>
            </a:extLst>
          </p:cNvPr>
          <p:cNvSpPr/>
          <p:nvPr userDrawn="1"/>
        </p:nvSpPr>
        <p:spPr>
          <a:xfrm>
            <a:off x="6120000" y="3883092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</a:p>
        </p:txBody>
      </p:sp>
      <p:sp>
        <p:nvSpPr>
          <p:cNvPr id="11" name="Indexeintrag 7">
            <a:extLst>
              <a:ext uri="{FF2B5EF4-FFF2-40B4-BE49-F238E27FC236}">
                <a16:creationId xmlns:a16="http://schemas.microsoft.com/office/drawing/2014/main" id="{6CC94E9C-8F17-2B85-B0E4-49BA6E1A33A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41269" y="3794510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D2DC0C89-EB74-D066-F31E-938B5EBCC63D}"/>
              </a:ext>
            </a:extLst>
          </p:cNvPr>
          <p:cNvSpPr/>
          <p:nvPr userDrawn="1"/>
        </p:nvSpPr>
        <p:spPr>
          <a:xfrm>
            <a:off x="6120000" y="4950176"/>
            <a:ext cx="544632" cy="54463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</a:p>
        </p:txBody>
      </p:sp>
      <p:sp>
        <p:nvSpPr>
          <p:cNvPr id="13" name="Indexeintrag 8">
            <a:extLst>
              <a:ext uri="{FF2B5EF4-FFF2-40B4-BE49-F238E27FC236}">
                <a16:creationId xmlns:a16="http://schemas.microsoft.com/office/drawing/2014/main" id="{166F90E9-0D36-3808-E8E5-15055A42C2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41269" y="4862129"/>
            <a:ext cx="4321700" cy="7207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lang="en-US" sz="1800" kern="1200" dirty="0" smtClean="0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8451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id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299A06-5849-3333-AC1C-2D5AAA885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 </a:t>
            </a:r>
            <a:r>
              <a:rPr lang="en-US" dirty="0" err="1"/>
              <a:t>hinzufügen</a:t>
            </a:r>
            <a:r>
              <a:rPr lang="en-US" dirty="0"/>
              <a:t>&gt;</a:t>
            </a:r>
            <a:endParaRPr lang="de-DE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A0A4473-CDEE-E864-2CB5-BD5814834507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3" name="Subtitel 1">
            <a:extLst>
              <a:ext uri="{FF2B5EF4-FFF2-40B4-BE49-F238E27FC236}">
                <a16:creationId xmlns:a16="http://schemas.microsoft.com/office/drawing/2014/main" id="{C55405CB-BE31-B775-AFCD-2BE626D61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7" y="900000"/>
            <a:ext cx="8640000" cy="721061"/>
          </a:xfrm>
        </p:spPr>
        <p:txBody>
          <a:bodyPr vert="horz" lIns="180000" tIns="180000" rIns="180000" bIns="180000" rtlCol="0">
            <a:noAutofit/>
          </a:bodyPr>
          <a:lstStyle>
            <a:lvl1pPr>
              <a:defRPr lang="de-DE" b="0" dirty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&lt;</a:t>
            </a:r>
            <a:r>
              <a:rPr lang="en-US" dirty="0" err="1"/>
              <a:t>Inhaltsuntertitel</a:t>
            </a:r>
            <a:r>
              <a:rPr lang="en-US" dirty="0"/>
              <a:t> (optional)&gt;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987D3C1-B962-605B-C84F-5C1F7DF7A3C0}"/>
              </a:ext>
            </a:extLst>
          </p:cNvPr>
          <p:cNvSpPr>
            <a:spLocks noChangeAspect="1"/>
          </p:cNvSpPr>
          <p:nvPr userDrawn="1"/>
        </p:nvSpPr>
        <p:spPr>
          <a:xfrm>
            <a:off x="2967408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BD66527-4507-FF81-5AA8-0751F94578DA}"/>
              </a:ext>
            </a:extLst>
          </p:cNvPr>
          <p:cNvSpPr>
            <a:spLocks noChangeAspect="1"/>
          </p:cNvSpPr>
          <p:nvPr userDrawn="1"/>
        </p:nvSpPr>
        <p:spPr>
          <a:xfrm>
            <a:off x="2967408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D34F2CD-DB0B-1A63-9DA9-28C20649B016}"/>
              </a:ext>
            </a:extLst>
          </p:cNvPr>
          <p:cNvSpPr>
            <a:spLocks noChangeAspect="1"/>
          </p:cNvSpPr>
          <p:nvPr userDrawn="1"/>
        </p:nvSpPr>
        <p:spPr>
          <a:xfrm>
            <a:off x="3779533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80E94B8-A06B-4473-E08D-1FC6478C0D7E}"/>
              </a:ext>
            </a:extLst>
          </p:cNvPr>
          <p:cNvSpPr>
            <a:spLocks noChangeAspect="1"/>
          </p:cNvSpPr>
          <p:nvPr userDrawn="1"/>
        </p:nvSpPr>
        <p:spPr>
          <a:xfrm>
            <a:off x="3779533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37E6057-C3D1-3E75-50C6-0E56DE485662}"/>
              </a:ext>
            </a:extLst>
          </p:cNvPr>
          <p:cNvSpPr>
            <a:spLocks noChangeAspect="1"/>
          </p:cNvSpPr>
          <p:nvPr userDrawn="1"/>
        </p:nvSpPr>
        <p:spPr>
          <a:xfrm>
            <a:off x="2967408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3C834E1-4AC2-F8F3-F90E-04C795056A56}"/>
              </a:ext>
            </a:extLst>
          </p:cNvPr>
          <p:cNvSpPr>
            <a:spLocks noChangeAspect="1"/>
          </p:cNvSpPr>
          <p:nvPr userDrawn="1"/>
        </p:nvSpPr>
        <p:spPr>
          <a:xfrm>
            <a:off x="2967408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FFA5677-9770-9D95-DD14-650494D6F2D4}"/>
              </a:ext>
            </a:extLst>
          </p:cNvPr>
          <p:cNvSpPr>
            <a:spLocks noChangeAspect="1"/>
          </p:cNvSpPr>
          <p:nvPr userDrawn="1"/>
        </p:nvSpPr>
        <p:spPr>
          <a:xfrm>
            <a:off x="3779533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4FA07E7-5CEB-B70F-26F2-1A882DAD6B7E}"/>
              </a:ext>
            </a:extLst>
          </p:cNvPr>
          <p:cNvSpPr>
            <a:spLocks noChangeAspect="1"/>
          </p:cNvSpPr>
          <p:nvPr userDrawn="1"/>
        </p:nvSpPr>
        <p:spPr>
          <a:xfrm>
            <a:off x="3779533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C4C5262-DE44-82ED-3DF7-DAF5719454C1}"/>
              </a:ext>
            </a:extLst>
          </p:cNvPr>
          <p:cNvSpPr>
            <a:spLocks noChangeAspect="1"/>
          </p:cNvSpPr>
          <p:nvPr userDrawn="1"/>
        </p:nvSpPr>
        <p:spPr>
          <a:xfrm>
            <a:off x="2967408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AD2D7BB-5D8F-E5A6-BEA4-F11806289A5B}"/>
              </a:ext>
            </a:extLst>
          </p:cNvPr>
          <p:cNvSpPr>
            <a:spLocks noChangeAspect="1"/>
          </p:cNvSpPr>
          <p:nvPr userDrawn="1"/>
        </p:nvSpPr>
        <p:spPr>
          <a:xfrm>
            <a:off x="2967408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256A4D6-49DB-7208-DB6A-3AB111A41789}"/>
              </a:ext>
            </a:extLst>
          </p:cNvPr>
          <p:cNvSpPr>
            <a:spLocks noChangeAspect="1"/>
          </p:cNvSpPr>
          <p:nvPr userDrawn="1"/>
        </p:nvSpPr>
        <p:spPr>
          <a:xfrm>
            <a:off x="3779533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8AD0067-8B88-D9D9-82D9-F8632314411C}"/>
              </a:ext>
            </a:extLst>
          </p:cNvPr>
          <p:cNvSpPr>
            <a:spLocks noChangeAspect="1"/>
          </p:cNvSpPr>
          <p:nvPr userDrawn="1"/>
        </p:nvSpPr>
        <p:spPr>
          <a:xfrm>
            <a:off x="3779533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DD0A08F-5235-374A-F21D-57054BB02BA7}"/>
              </a:ext>
            </a:extLst>
          </p:cNvPr>
          <p:cNvSpPr>
            <a:spLocks noChangeAspect="1"/>
          </p:cNvSpPr>
          <p:nvPr userDrawn="1"/>
        </p:nvSpPr>
        <p:spPr>
          <a:xfrm>
            <a:off x="4588426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1D1CCAC-AD84-A436-3876-964D88669BDF}"/>
              </a:ext>
            </a:extLst>
          </p:cNvPr>
          <p:cNvSpPr>
            <a:spLocks noChangeAspect="1"/>
          </p:cNvSpPr>
          <p:nvPr userDrawn="1"/>
        </p:nvSpPr>
        <p:spPr>
          <a:xfrm>
            <a:off x="4588426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CD7BD26-3F61-E860-7E7C-5B87B11D80BE}"/>
              </a:ext>
            </a:extLst>
          </p:cNvPr>
          <p:cNvSpPr>
            <a:spLocks noChangeAspect="1"/>
          </p:cNvSpPr>
          <p:nvPr userDrawn="1"/>
        </p:nvSpPr>
        <p:spPr>
          <a:xfrm>
            <a:off x="5400551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2BD286E-1BA7-D7BF-0B76-6C2355B976BF}"/>
              </a:ext>
            </a:extLst>
          </p:cNvPr>
          <p:cNvSpPr>
            <a:spLocks noChangeAspect="1"/>
          </p:cNvSpPr>
          <p:nvPr userDrawn="1"/>
        </p:nvSpPr>
        <p:spPr>
          <a:xfrm>
            <a:off x="6209444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D79E7A8-CE93-BA32-8BFB-17B04547330A}"/>
              </a:ext>
            </a:extLst>
          </p:cNvPr>
          <p:cNvSpPr>
            <a:spLocks noChangeAspect="1"/>
          </p:cNvSpPr>
          <p:nvPr userDrawn="1"/>
        </p:nvSpPr>
        <p:spPr>
          <a:xfrm>
            <a:off x="5400551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C990907-4704-24CD-E5C8-B528C5956D21}"/>
              </a:ext>
            </a:extLst>
          </p:cNvPr>
          <p:cNvSpPr>
            <a:spLocks noChangeAspect="1"/>
          </p:cNvSpPr>
          <p:nvPr userDrawn="1"/>
        </p:nvSpPr>
        <p:spPr>
          <a:xfrm>
            <a:off x="6209444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5A489CB-D8FB-9FCF-C0D1-537A783314AF}"/>
              </a:ext>
            </a:extLst>
          </p:cNvPr>
          <p:cNvSpPr>
            <a:spLocks noChangeAspect="1"/>
          </p:cNvSpPr>
          <p:nvPr userDrawn="1"/>
        </p:nvSpPr>
        <p:spPr>
          <a:xfrm>
            <a:off x="7021569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4F22C39-4B95-581F-B1E0-CB83E8E30A3C}"/>
              </a:ext>
            </a:extLst>
          </p:cNvPr>
          <p:cNvSpPr>
            <a:spLocks noChangeAspect="1"/>
          </p:cNvSpPr>
          <p:nvPr userDrawn="1"/>
        </p:nvSpPr>
        <p:spPr>
          <a:xfrm>
            <a:off x="7830462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215537E-1016-12AA-D683-58471DE314B6}"/>
              </a:ext>
            </a:extLst>
          </p:cNvPr>
          <p:cNvSpPr>
            <a:spLocks noChangeAspect="1"/>
          </p:cNvSpPr>
          <p:nvPr userDrawn="1"/>
        </p:nvSpPr>
        <p:spPr>
          <a:xfrm>
            <a:off x="7021569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0E88E93-EA5C-39BB-091F-7308251AA9CE}"/>
              </a:ext>
            </a:extLst>
          </p:cNvPr>
          <p:cNvSpPr>
            <a:spLocks noChangeAspect="1"/>
          </p:cNvSpPr>
          <p:nvPr userDrawn="1"/>
        </p:nvSpPr>
        <p:spPr>
          <a:xfrm>
            <a:off x="7830462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626E2C7-A717-AE83-E013-731CF3D49C69}"/>
              </a:ext>
            </a:extLst>
          </p:cNvPr>
          <p:cNvSpPr>
            <a:spLocks noChangeAspect="1"/>
          </p:cNvSpPr>
          <p:nvPr userDrawn="1"/>
        </p:nvSpPr>
        <p:spPr>
          <a:xfrm>
            <a:off x="10263607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3E51840-7E29-0A62-A20F-4D3314FB18AF}"/>
              </a:ext>
            </a:extLst>
          </p:cNvPr>
          <p:cNvSpPr>
            <a:spLocks noChangeAspect="1"/>
          </p:cNvSpPr>
          <p:nvPr userDrawn="1"/>
        </p:nvSpPr>
        <p:spPr>
          <a:xfrm>
            <a:off x="11072500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3813CF5-91AD-28A1-BAB6-F7B5F086C6DB}"/>
              </a:ext>
            </a:extLst>
          </p:cNvPr>
          <p:cNvSpPr>
            <a:spLocks noChangeAspect="1"/>
          </p:cNvSpPr>
          <p:nvPr userDrawn="1"/>
        </p:nvSpPr>
        <p:spPr>
          <a:xfrm>
            <a:off x="10263607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F2EF9DD-C9E4-6424-1A63-300C0504E3AA}"/>
              </a:ext>
            </a:extLst>
          </p:cNvPr>
          <p:cNvSpPr>
            <a:spLocks noChangeAspect="1"/>
          </p:cNvSpPr>
          <p:nvPr userDrawn="1"/>
        </p:nvSpPr>
        <p:spPr>
          <a:xfrm>
            <a:off x="11072500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33B931E-5D3D-FBE4-5A29-30F1873AC3A9}"/>
              </a:ext>
            </a:extLst>
          </p:cNvPr>
          <p:cNvSpPr>
            <a:spLocks noChangeAspect="1"/>
          </p:cNvSpPr>
          <p:nvPr userDrawn="1"/>
        </p:nvSpPr>
        <p:spPr>
          <a:xfrm>
            <a:off x="8642587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602C68E-C5D4-884B-6629-EFB059830529}"/>
              </a:ext>
            </a:extLst>
          </p:cNvPr>
          <p:cNvSpPr>
            <a:spLocks noChangeAspect="1"/>
          </p:cNvSpPr>
          <p:nvPr userDrawn="1"/>
        </p:nvSpPr>
        <p:spPr>
          <a:xfrm>
            <a:off x="9451480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0834310-37FD-28DB-9FB9-66C2CBB10B70}"/>
              </a:ext>
            </a:extLst>
          </p:cNvPr>
          <p:cNvSpPr>
            <a:spLocks noChangeAspect="1"/>
          </p:cNvSpPr>
          <p:nvPr userDrawn="1"/>
        </p:nvSpPr>
        <p:spPr>
          <a:xfrm>
            <a:off x="8642587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CED2455-6346-9618-082B-22D83493C02E}"/>
              </a:ext>
            </a:extLst>
          </p:cNvPr>
          <p:cNvSpPr>
            <a:spLocks noChangeAspect="1"/>
          </p:cNvSpPr>
          <p:nvPr userDrawn="1"/>
        </p:nvSpPr>
        <p:spPr>
          <a:xfrm>
            <a:off x="9451480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4E9F2BC-6C58-295D-0417-F7F0F2755E2C}"/>
              </a:ext>
            </a:extLst>
          </p:cNvPr>
          <p:cNvSpPr>
            <a:spLocks noChangeAspect="1"/>
          </p:cNvSpPr>
          <p:nvPr userDrawn="1"/>
        </p:nvSpPr>
        <p:spPr>
          <a:xfrm>
            <a:off x="4588426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4DC7CAF-76AC-0733-56AF-63E655E0807D}"/>
              </a:ext>
            </a:extLst>
          </p:cNvPr>
          <p:cNvSpPr>
            <a:spLocks noChangeAspect="1"/>
          </p:cNvSpPr>
          <p:nvPr userDrawn="1"/>
        </p:nvSpPr>
        <p:spPr>
          <a:xfrm>
            <a:off x="4588426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A9EE7BE-F40B-847F-24A5-0FEAFE8E6B60}"/>
              </a:ext>
            </a:extLst>
          </p:cNvPr>
          <p:cNvSpPr>
            <a:spLocks noChangeAspect="1"/>
          </p:cNvSpPr>
          <p:nvPr userDrawn="1"/>
        </p:nvSpPr>
        <p:spPr>
          <a:xfrm>
            <a:off x="5400551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698C9F7-3D03-C6D8-D556-A77FA70CAF48}"/>
              </a:ext>
            </a:extLst>
          </p:cNvPr>
          <p:cNvSpPr>
            <a:spLocks noChangeAspect="1"/>
          </p:cNvSpPr>
          <p:nvPr userDrawn="1"/>
        </p:nvSpPr>
        <p:spPr>
          <a:xfrm>
            <a:off x="6209444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15001B4-8300-8789-DD1E-D79AE9B38721}"/>
              </a:ext>
            </a:extLst>
          </p:cNvPr>
          <p:cNvSpPr>
            <a:spLocks noChangeAspect="1"/>
          </p:cNvSpPr>
          <p:nvPr userDrawn="1"/>
        </p:nvSpPr>
        <p:spPr>
          <a:xfrm>
            <a:off x="5400551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4FB5CDE-B775-58C9-796C-8FA0F9CE0EBC}"/>
              </a:ext>
            </a:extLst>
          </p:cNvPr>
          <p:cNvSpPr>
            <a:spLocks noChangeAspect="1"/>
          </p:cNvSpPr>
          <p:nvPr userDrawn="1"/>
        </p:nvSpPr>
        <p:spPr>
          <a:xfrm>
            <a:off x="6209444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EB9BCA9-3206-2864-2D71-44B4944E7CE4}"/>
              </a:ext>
            </a:extLst>
          </p:cNvPr>
          <p:cNvSpPr>
            <a:spLocks noChangeAspect="1"/>
          </p:cNvSpPr>
          <p:nvPr userDrawn="1"/>
        </p:nvSpPr>
        <p:spPr>
          <a:xfrm>
            <a:off x="7021569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9BE7C43-05FD-2A08-8A8D-EE0588DA6295}"/>
              </a:ext>
            </a:extLst>
          </p:cNvPr>
          <p:cNvSpPr>
            <a:spLocks noChangeAspect="1"/>
          </p:cNvSpPr>
          <p:nvPr userDrawn="1"/>
        </p:nvSpPr>
        <p:spPr>
          <a:xfrm>
            <a:off x="7830462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AFD966A-89BA-8D2A-37EE-96539876B9C7}"/>
              </a:ext>
            </a:extLst>
          </p:cNvPr>
          <p:cNvSpPr>
            <a:spLocks noChangeAspect="1"/>
          </p:cNvSpPr>
          <p:nvPr userDrawn="1"/>
        </p:nvSpPr>
        <p:spPr>
          <a:xfrm>
            <a:off x="7021569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D849AE7-B5EC-1720-58BA-2FD7FAD36439}"/>
              </a:ext>
            </a:extLst>
          </p:cNvPr>
          <p:cNvSpPr>
            <a:spLocks noChangeAspect="1"/>
          </p:cNvSpPr>
          <p:nvPr userDrawn="1"/>
        </p:nvSpPr>
        <p:spPr>
          <a:xfrm>
            <a:off x="7830462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DBA1FB7-009D-9DA9-411D-AE259E83E535}"/>
              </a:ext>
            </a:extLst>
          </p:cNvPr>
          <p:cNvSpPr>
            <a:spLocks noChangeAspect="1"/>
          </p:cNvSpPr>
          <p:nvPr userDrawn="1"/>
        </p:nvSpPr>
        <p:spPr>
          <a:xfrm>
            <a:off x="10263607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19AC2D7-F267-3CAD-6F35-24394447E914}"/>
              </a:ext>
            </a:extLst>
          </p:cNvPr>
          <p:cNvSpPr>
            <a:spLocks noChangeAspect="1"/>
          </p:cNvSpPr>
          <p:nvPr userDrawn="1"/>
        </p:nvSpPr>
        <p:spPr>
          <a:xfrm>
            <a:off x="11072500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7965B22-7186-0EA1-F581-3C0E787AE321}"/>
              </a:ext>
            </a:extLst>
          </p:cNvPr>
          <p:cNvSpPr>
            <a:spLocks noChangeAspect="1"/>
          </p:cNvSpPr>
          <p:nvPr userDrawn="1"/>
        </p:nvSpPr>
        <p:spPr>
          <a:xfrm>
            <a:off x="10263607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D7EB49E9-34D8-1104-9F19-6B3DF53A55E5}"/>
              </a:ext>
            </a:extLst>
          </p:cNvPr>
          <p:cNvSpPr>
            <a:spLocks noChangeAspect="1"/>
          </p:cNvSpPr>
          <p:nvPr userDrawn="1"/>
        </p:nvSpPr>
        <p:spPr>
          <a:xfrm>
            <a:off x="11072500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5F7E6F1D-CEEF-1CB7-3029-5E6F0362CD1F}"/>
              </a:ext>
            </a:extLst>
          </p:cNvPr>
          <p:cNvSpPr>
            <a:spLocks noChangeAspect="1"/>
          </p:cNvSpPr>
          <p:nvPr userDrawn="1"/>
        </p:nvSpPr>
        <p:spPr>
          <a:xfrm>
            <a:off x="8642587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73A4E9D7-7F63-E0C9-4933-0BDDDFC02A80}"/>
              </a:ext>
            </a:extLst>
          </p:cNvPr>
          <p:cNvSpPr>
            <a:spLocks noChangeAspect="1"/>
          </p:cNvSpPr>
          <p:nvPr userDrawn="1"/>
        </p:nvSpPr>
        <p:spPr>
          <a:xfrm>
            <a:off x="9451480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FEA34A51-D11F-ABB4-7F6D-D9DA0362EBF2}"/>
              </a:ext>
            </a:extLst>
          </p:cNvPr>
          <p:cNvSpPr>
            <a:spLocks noChangeAspect="1"/>
          </p:cNvSpPr>
          <p:nvPr userDrawn="1"/>
        </p:nvSpPr>
        <p:spPr>
          <a:xfrm>
            <a:off x="8642587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45F687AE-2ED6-27AA-871D-1B3DE8EA6598}"/>
              </a:ext>
            </a:extLst>
          </p:cNvPr>
          <p:cNvSpPr>
            <a:spLocks noChangeAspect="1"/>
          </p:cNvSpPr>
          <p:nvPr userDrawn="1"/>
        </p:nvSpPr>
        <p:spPr>
          <a:xfrm>
            <a:off x="9451480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58610DA-0CE4-2366-4224-E1D4E271B18F}"/>
              </a:ext>
            </a:extLst>
          </p:cNvPr>
          <p:cNvSpPr>
            <a:spLocks noChangeAspect="1"/>
          </p:cNvSpPr>
          <p:nvPr userDrawn="1"/>
        </p:nvSpPr>
        <p:spPr>
          <a:xfrm>
            <a:off x="4588426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0174818A-EF77-834A-7019-098295707539}"/>
              </a:ext>
            </a:extLst>
          </p:cNvPr>
          <p:cNvSpPr>
            <a:spLocks noChangeAspect="1"/>
          </p:cNvSpPr>
          <p:nvPr userDrawn="1"/>
        </p:nvSpPr>
        <p:spPr>
          <a:xfrm>
            <a:off x="4588426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16ABAE3B-765C-5082-BDE6-0FC53D368D5A}"/>
              </a:ext>
            </a:extLst>
          </p:cNvPr>
          <p:cNvSpPr>
            <a:spLocks noChangeAspect="1"/>
          </p:cNvSpPr>
          <p:nvPr userDrawn="1"/>
        </p:nvSpPr>
        <p:spPr>
          <a:xfrm>
            <a:off x="5400551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9166FB49-4C7A-DB1D-7F92-637CB565F8BA}"/>
              </a:ext>
            </a:extLst>
          </p:cNvPr>
          <p:cNvSpPr>
            <a:spLocks noChangeAspect="1"/>
          </p:cNvSpPr>
          <p:nvPr userDrawn="1"/>
        </p:nvSpPr>
        <p:spPr>
          <a:xfrm>
            <a:off x="6209444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3AEC20-BB8E-ADE7-FD2E-1CA81361784C}"/>
              </a:ext>
            </a:extLst>
          </p:cNvPr>
          <p:cNvSpPr>
            <a:spLocks noChangeAspect="1"/>
          </p:cNvSpPr>
          <p:nvPr userDrawn="1"/>
        </p:nvSpPr>
        <p:spPr>
          <a:xfrm>
            <a:off x="5400551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9EB6E923-EB23-4BDA-14C8-129DCBD0BF54}"/>
              </a:ext>
            </a:extLst>
          </p:cNvPr>
          <p:cNvSpPr>
            <a:spLocks noChangeAspect="1"/>
          </p:cNvSpPr>
          <p:nvPr userDrawn="1"/>
        </p:nvSpPr>
        <p:spPr>
          <a:xfrm>
            <a:off x="6209444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D5969B7E-B42A-0DA4-1E34-3C3A1BD2B770}"/>
              </a:ext>
            </a:extLst>
          </p:cNvPr>
          <p:cNvSpPr>
            <a:spLocks noChangeAspect="1"/>
          </p:cNvSpPr>
          <p:nvPr userDrawn="1"/>
        </p:nvSpPr>
        <p:spPr>
          <a:xfrm>
            <a:off x="7021569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61AA4491-C178-3119-BCBB-2A0DC40FD1AF}"/>
              </a:ext>
            </a:extLst>
          </p:cNvPr>
          <p:cNvSpPr>
            <a:spLocks noChangeAspect="1"/>
          </p:cNvSpPr>
          <p:nvPr userDrawn="1"/>
        </p:nvSpPr>
        <p:spPr>
          <a:xfrm>
            <a:off x="7830462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BA69AE79-F9F0-E1C8-CF36-060FA833A7E8}"/>
              </a:ext>
            </a:extLst>
          </p:cNvPr>
          <p:cNvSpPr>
            <a:spLocks noChangeAspect="1"/>
          </p:cNvSpPr>
          <p:nvPr userDrawn="1"/>
        </p:nvSpPr>
        <p:spPr>
          <a:xfrm>
            <a:off x="7021569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B571BAD0-612C-F36B-13CE-6EC8102A4267}"/>
              </a:ext>
            </a:extLst>
          </p:cNvPr>
          <p:cNvSpPr>
            <a:spLocks noChangeAspect="1"/>
          </p:cNvSpPr>
          <p:nvPr userDrawn="1"/>
        </p:nvSpPr>
        <p:spPr>
          <a:xfrm>
            <a:off x="7830462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ECE99E6-D9D7-BCE5-89DB-6A452906A27D}"/>
              </a:ext>
            </a:extLst>
          </p:cNvPr>
          <p:cNvSpPr>
            <a:spLocks noChangeAspect="1"/>
          </p:cNvSpPr>
          <p:nvPr userDrawn="1"/>
        </p:nvSpPr>
        <p:spPr>
          <a:xfrm>
            <a:off x="10263607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7DF95F64-4E00-F5EE-11ED-E71EB369CD20}"/>
              </a:ext>
            </a:extLst>
          </p:cNvPr>
          <p:cNvSpPr>
            <a:spLocks noChangeAspect="1"/>
          </p:cNvSpPr>
          <p:nvPr userDrawn="1"/>
        </p:nvSpPr>
        <p:spPr>
          <a:xfrm>
            <a:off x="11072500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1D800CF8-4535-30B7-7A0E-E659937B887D}"/>
              </a:ext>
            </a:extLst>
          </p:cNvPr>
          <p:cNvSpPr>
            <a:spLocks noChangeAspect="1"/>
          </p:cNvSpPr>
          <p:nvPr userDrawn="1"/>
        </p:nvSpPr>
        <p:spPr>
          <a:xfrm>
            <a:off x="10263607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0C98C529-0ADE-6B94-6CBB-619F0A7DC4FF}"/>
              </a:ext>
            </a:extLst>
          </p:cNvPr>
          <p:cNvSpPr>
            <a:spLocks noChangeAspect="1"/>
          </p:cNvSpPr>
          <p:nvPr userDrawn="1"/>
        </p:nvSpPr>
        <p:spPr>
          <a:xfrm>
            <a:off x="11072500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AEB2CCED-2202-8480-C9D5-2D806B7C5A91}"/>
              </a:ext>
            </a:extLst>
          </p:cNvPr>
          <p:cNvSpPr>
            <a:spLocks noChangeAspect="1"/>
          </p:cNvSpPr>
          <p:nvPr userDrawn="1"/>
        </p:nvSpPr>
        <p:spPr>
          <a:xfrm>
            <a:off x="8642587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7F00125C-4198-A60E-A874-405097339D66}"/>
              </a:ext>
            </a:extLst>
          </p:cNvPr>
          <p:cNvSpPr>
            <a:spLocks noChangeAspect="1"/>
          </p:cNvSpPr>
          <p:nvPr userDrawn="1"/>
        </p:nvSpPr>
        <p:spPr>
          <a:xfrm>
            <a:off x="9451480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9E4F64AC-B50F-0A5D-1CB2-7AAE4F96487B}"/>
              </a:ext>
            </a:extLst>
          </p:cNvPr>
          <p:cNvSpPr>
            <a:spLocks noChangeAspect="1"/>
          </p:cNvSpPr>
          <p:nvPr userDrawn="1"/>
        </p:nvSpPr>
        <p:spPr>
          <a:xfrm>
            <a:off x="8642587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3407A5DD-95F1-C445-586D-9617E03814DB}"/>
              </a:ext>
            </a:extLst>
          </p:cNvPr>
          <p:cNvSpPr>
            <a:spLocks noChangeAspect="1"/>
          </p:cNvSpPr>
          <p:nvPr userDrawn="1"/>
        </p:nvSpPr>
        <p:spPr>
          <a:xfrm>
            <a:off x="9451480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127FE572-4007-73DA-F6BE-BF585F2CD246}"/>
              </a:ext>
            </a:extLst>
          </p:cNvPr>
          <p:cNvSpPr>
            <a:spLocks noChangeAspect="1"/>
          </p:cNvSpPr>
          <p:nvPr userDrawn="1"/>
        </p:nvSpPr>
        <p:spPr>
          <a:xfrm>
            <a:off x="537497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1FFCB6B6-E8BD-CDEC-651F-133841F66BE0}"/>
              </a:ext>
            </a:extLst>
          </p:cNvPr>
          <p:cNvSpPr>
            <a:spLocks noChangeAspect="1"/>
          </p:cNvSpPr>
          <p:nvPr userDrawn="1"/>
        </p:nvSpPr>
        <p:spPr>
          <a:xfrm>
            <a:off x="1346390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E9EA73D8-799C-722A-4010-1BFB27BEBB77}"/>
              </a:ext>
            </a:extLst>
          </p:cNvPr>
          <p:cNvSpPr>
            <a:spLocks noChangeAspect="1"/>
          </p:cNvSpPr>
          <p:nvPr userDrawn="1"/>
        </p:nvSpPr>
        <p:spPr>
          <a:xfrm>
            <a:off x="537497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DEB773E-851D-73EE-8B18-B923CEAF2537}"/>
              </a:ext>
            </a:extLst>
          </p:cNvPr>
          <p:cNvSpPr>
            <a:spLocks noChangeAspect="1"/>
          </p:cNvSpPr>
          <p:nvPr userDrawn="1"/>
        </p:nvSpPr>
        <p:spPr>
          <a:xfrm>
            <a:off x="1346390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12048CB-566F-203F-12D7-CA051A886441}"/>
              </a:ext>
            </a:extLst>
          </p:cNvPr>
          <p:cNvSpPr>
            <a:spLocks noChangeAspect="1"/>
          </p:cNvSpPr>
          <p:nvPr userDrawn="1"/>
        </p:nvSpPr>
        <p:spPr>
          <a:xfrm>
            <a:off x="2158515" y="1634259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94335995-1774-DE88-37BA-C216A4245E23}"/>
              </a:ext>
            </a:extLst>
          </p:cNvPr>
          <p:cNvSpPr>
            <a:spLocks noChangeAspect="1"/>
          </p:cNvSpPr>
          <p:nvPr userDrawn="1"/>
        </p:nvSpPr>
        <p:spPr>
          <a:xfrm>
            <a:off x="2158515" y="2438755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7483BC86-A05C-5D94-C691-9B5209698463}"/>
              </a:ext>
            </a:extLst>
          </p:cNvPr>
          <p:cNvSpPr>
            <a:spLocks noChangeAspect="1"/>
          </p:cNvSpPr>
          <p:nvPr userDrawn="1"/>
        </p:nvSpPr>
        <p:spPr>
          <a:xfrm>
            <a:off x="537497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79F35331-97E8-CB7A-BB49-F516C234044E}"/>
              </a:ext>
            </a:extLst>
          </p:cNvPr>
          <p:cNvSpPr>
            <a:spLocks noChangeAspect="1"/>
          </p:cNvSpPr>
          <p:nvPr userDrawn="1"/>
        </p:nvSpPr>
        <p:spPr>
          <a:xfrm>
            <a:off x="1346390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3C297F68-16A0-5347-EE66-055CFAB18FA4}"/>
              </a:ext>
            </a:extLst>
          </p:cNvPr>
          <p:cNvSpPr>
            <a:spLocks noChangeAspect="1"/>
          </p:cNvSpPr>
          <p:nvPr userDrawn="1"/>
        </p:nvSpPr>
        <p:spPr>
          <a:xfrm>
            <a:off x="537497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50A3204B-6A8C-457B-5F46-A27C8091F254}"/>
              </a:ext>
            </a:extLst>
          </p:cNvPr>
          <p:cNvSpPr>
            <a:spLocks noChangeAspect="1"/>
          </p:cNvSpPr>
          <p:nvPr userDrawn="1"/>
        </p:nvSpPr>
        <p:spPr>
          <a:xfrm>
            <a:off x="1346390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44A552C2-5C15-C3F9-7727-0BE90964D42A}"/>
              </a:ext>
            </a:extLst>
          </p:cNvPr>
          <p:cNvSpPr>
            <a:spLocks noChangeAspect="1"/>
          </p:cNvSpPr>
          <p:nvPr userDrawn="1"/>
        </p:nvSpPr>
        <p:spPr>
          <a:xfrm>
            <a:off x="2158515" y="3251821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80C2F3D-9BD2-40FF-1BFC-A8B968FD6BD0}"/>
              </a:ext>
            </a:extLst>
          </p:cNvPr>
          <p:cNvSpPr>
            <a:spLocks noChangeAspect="1"/>
          </p:cNvSpPr>
          <p:nvPr userDrawn="1"/>
        </p:nvSpPr>
        <p:spPr>
          <a:xfrm>
            <a:off x="2158515" y="4056317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94A5A1F3-C6BE-A8C0-01A3-C9B316C0C8F8}"/>
              </a:ext>
            </a:extLst>
          </p:cNvPr>
          <p:cNvSpPr>
            <a:spLocks noChangeAspect="1"/>
          </p:cNvSpPr>
          <p:nvPr userDrawn="1"/>
        </p:nvSpPr>
        <p:spPr>
          <a:xfrm>
            <a:off x="537497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57531CF5-2950-6DED-5243-EDF6C8AB3817}"/>
              </a:ext>
            </a:extLst>
          </p:cNvPr>
          <p:cNvSpPr>
            <a:spLocks noChangeAspect="1"/>
          </p:cNvSpPr>
          <p:nvPr userDrawn="1"/>
        </p:nvSpPr>
        <p:spPr>
          <a:xfrm>
            <a:off x="1346390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67D1EEE3-1ADB-1CB7-3679-75D51F4036F3}"/>
              </a:ext>
            </a:extLst>
          </p:cNvPr>
          <p:cNvSpPr>
            <a:spLocks noChangeAspect="1"/>
          </p:cNvSpPr>
          <p:nvPr userDrawn="1"/>
        </p:nvSpPr>
        <p:spPr>
          <a:xfrm>
            <a:off x="537497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CACE3934-78C7-F773-FC01-59F41074B3A8}"/>
              </a:ext>
            </a:extLst>
          </p:cNvPr>
          <p:cNvSpPr>
            <a:spLocks noChangeAspect="1"/>
          </p:cNvSpPr>
          <p:nvPr userDrawn="1"/>
        </p:nvSpPr>
        <p:spPr>
          <a:xfrm>
            <a:off x="1346390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A122D64D-4353-0CF8-1F12-4BCE812FD34E}"/>
              </a:ext>
            </a:extLst>
          </p:cNvPr>
          <p:cNvSpPr>
            <a:spLocks noChangeAspect="1"/>
          </p:cNvSpPr>
          <p:nvPr userDrawn="1"/>
        </p:nvSpPr>
        <p:spPr>
          <a:xfrm>
            <a:off x="2158515" y="4869382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5C56ED90-2394-F735-FE94-EB2BE0F8034F}"/>
              </a:ext>
            </a:extLst>
          </p:cNvPr>
          <p:cNvSpPr>
            <a:spLocks noChangeAspect="1"/>
          </p:cNvSpPr>
          <p:nvPr userDrawn="1"/>
        </p:nvSpPr>
        <p:spPr>
          <a:xfrm>
            <a:off x="2158515" y="5673878"/>
            <a:ext cx="630000" cy="63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5935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volle Breite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299A06-5849-3333-AC1C-2D5AAA885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 </a:t>
            </a:r>
            <a:r>
              <a:rPr lang="en-US" dirty="0" err="1"/>
              <a:t>hinzufügen</a:t>
            </a:r>
            <a:r>
              <a:rPr lang="en-US" dirty="0"/>
              <a:t>&gt;</a:t>
            </a:r>
            <a:endParaRPr lang="de-DE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A0A4473-CDEE-E864-2CB5-BD5814834507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3" name="Subtitel 1">
            <a:extLst>
              <a:ext uri="{FF2B5EF4-FFF2-40B4-BE49-F238E27FC236}">
                <a16:creationId xmlns:a16="http://schemas.microsoft.com/office/drawing/2014/main" id="{C55405CB-BE31-B775-AFCD-2BE626D61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7" y="900000"/>
            <a:ext cx="8640000" cy="721061"/>
          </a:xfrm>
        </p:spPr>
        <p:txBody>
          <a:bodyPr vert="horz" lIns="180000" tIns="180000" rIns="180000" bIns="180000" rtlCol="0">
            <a:noAutofit/>
          </a:bodyPr>
          <a:lstStyle>
            <a:lvl1pPr>
              <a:defRPr lang="de-DE" b="0" dirty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&lt;</a:t>
            </a:r>
            <a:r>
              <a:rPr lang="en-US" dirty="0" err="1"/>
              <a:t>Inhaltsuntertitel</a:t>
            </a:r>
            <a:r>
              <a:rPr lang="en-US" dirty="0"/>
              <a:t> (optional)&gt;</a:t>
            </a:r>
            <a:endParaRPr lang="de-DE" dirty="0"/>
          </a:p>
        </p:txBody>
      </p:sp>
      <p:sp>
        <p:nvSpPr>
          <p:cNvPr id="6" name="Textfeld 1">
            <a:extLst>
              <a:ext uri="{FF2B5EF4-FFF2-40B4-BE49-F238E27FC236}">
                <a16:creationId xmlns:a16="http://schemas.microsoft.com/office/drawing/2014/main" id="{4D43CCAC-5E8A-4934-64A8-5C40D8E3F9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9996" y="1621061"/>
            <a:ext cx="11520004" cy="469601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buClrTx/>
              <a:buSzPct val="100000"/>
              <a:defRPr>
                <a:solidFill>
                  <a:schemeClr val="accent1"/>
                </a:solidFill>
              </a:defRPr>
            </a:lvl3pPr>
            <a:lvl4pPr>
              <a:buClrTx/>
              <a:buSzPct val="100000"/>
              <a:defRPr>
                <a:solidFill>
                  <a:schemeClr val="accent1"/>
                </a:solidFill>
              </a:defRPr>
            </a:lvl4pPr>
            <a:lvl5pPr>
              <a:buClrTx/>
              <a:buSzPct val="100000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9540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itbild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3409B704-6556-E9D2-BEEC-408A753CA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 </a:t>
            </a:r>
            <a:r>
              <a:rPr lang="en-US" dirty="0" err="1"/>
              <a:t>hinzufügen</a:t>
            </a:r>
            <a:r>
              <a:rPr lang="en-US" dirty="0"/>
              <a:t>&gt;</a:t>
            </a:r>
            <a:endParaRPr lang="de-DE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BE5FACB0-2DBF-085E-8215-1AAEDB8B51D7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9" name="Subtitel 1">
            <a:extLst>
              <a:ext uri="{FF2B5EF4-FFF2-40B4-BE49-F238E27FC236}">
                <a16:creationId xmlns:a16="http://schemas.microsoft.com/office/drawing/2014/main" id="{2F3C80F0-ABCC-53B5-4287-A34B934124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7" y="900000"/>
            <a:ext cx="8640000" cy="721061"/>
          </a:xfrm>
        </p:spPr>
        <p:txBody>
          <a:bodyPr vert="horz" lIns="180000" tIns="180000" rIns="180000" bIns="180000" rtlCol="0">
            <a:noAutofit/>
          </a:bodyPr>
          <a:lstStyle>
            <a:lvl1pPr>
              <a:defRPr lang="de-DE" b="0" dirty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&lt;</a:t>
            </a:r>
            <a:r>
              <a:rPr lang="en-US" dirty="0" err="1"/>
              <a:t>Inhaltsuntertitel</a:t>
            </a:r>
            <a:r>
              <a:rPr lang="en-US" dirty="0"/>
              <a:t> (optional)&gt;</a:t>
            </a:r>
            <a:endParaRPr lang="de-DE" dirty="0"/>
          </a:p>
        </p:txBody>
      </p:sp>
      <p:sp>
        <p:nvSpPr>
          <p:cNvPr id="11" name="Bildplatz 1">
            <a:extLst>
              <a:ext uri="{FF2B5EF4-FFF2-40B4-BE49-F238E27FC236}">
                <a16:creationId xmlns:a16="http://schemas.microsoft.com/office/drawing/2014/main" id="{58D54776-982C-425A-139D-CCEE469D3A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4000" y="1799999"/>
            <a:ext cx="11160000" cy="4320001"/>
          </a:xfrm>
          <a:prstGeom prst="rect">
            <a:avLst/>
          </a:prstGeom>
          <a:noFill/>
          <a:effectLst>
            <a:softEdge rad="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9698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/Bild (50/50)">
    <p:bg>
      <p:bgPr>
        <a:blipFill dpi="0" rotWithShape="1">
          <a:blip r:embed="rId2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299A06-5849-3333-AC1C-2D5AAA885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80001"/>
            <a:ext cx="8640000" cy="72106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Titel</a:t>
            </a:r>
            <a:r>
              <a:rPr lang="en-US" dirty="0"/>
              <a:t> </a:t>
            </a:r>
            <a:r>
              <a:rPr lang="en-US" dirty="0" err="1"/>
              <a:t>hinzufügen</a:t>
            </a:r>
            <a:r>
              <a:rPr lang="en-US" dirty="0"/>
              <a:t>&gt;</a:t>
            </a:r>
            <a:endParaRPr lang="de-DE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A0A4473-CDEE-E864-2CB5-BD5814834507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359998" y="6536889"/>
            <a:ext cx="5257800" cy="246221"/>
          </a:xfrm>
        </p:spPr>
        <p:txBody>
          <a:bodyPr wrap="none" anchor="ctr" anchorCtr="0">
            <a:noAutofit/>
          </a:bodyPr>
          <a:lstStyle>
            <a:lvl1pPr marL="0" indent="0" algn="l" defTabSz="914400" rtl="0" eaLnBrk="1" latinLnBrk="0" hangingPunct="1">
              <a:buNone/>
              <a:defRPr lang="en-US" sz="1000" b="0" kern="1200" dirty="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Indexeintrag</a:t>
            </a:r>
            <a:r>
              <a:rPr lang="en-US" dirty="0"/>
              <a:t>&gt;</a:t>
            </a:r>
          </a:p>
        </p:txBody>
      </p:sp>
      <p:sp>
        <p:nvSpPr>
          <p:cNvPr id="3" name="Subtitel 1">
            <a:extLst>
              <a:ext uri="{FF2B5EF4-FFF2-40B4-BE49-F238E27FC236}">
                <a16:creationId xmlns:a16="http://schemas.microsoft.com/office/drawing/2014/main" id="{C55405CB-BE31-B775-AFCD-2BE626D61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7" y="900000"/>
            <a:ext cx="8640000" cy="721061"/>
          </a:xfrm>
        </p:spPr>
        <p:txBody>
          <a:bodyPr vert="horz" lIns="180000" tIns="180000" rIns="180000" bIns="180000" rtlCol="0">
            <a:noAutofit/>
          </a:bodyPr>
          <a:lstStyle>
            <a:lvl1pPr>
              <a:defRPr lang="de-DE" b="0" dirty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&lt;</a:t>
            </a:r>
            <a:r>
              <a:rPr lang="en-US" dirty="0" err="1"/>
              <a:t>Inhaltsuntertitel</a:t>
            </a:r>
            <a:r>
              <a:rPr lang="en-US" dirty="0"/>
              <a:t> (optional)&gt;</a:t>
            </a:r>
            <a:endParaRPr lang="de-DE" dirty="0"/>
          </a:p>
        </p:txBody>
      </p:sp>
      <p:sp>
        <p:nvSpPr>
          <p:cNvPr id="7" name="Bild 1">
            <a:extLst>
              <a:ext uri="{FF2B5EF4-FFF2-40B4-BE49-F238E27FC236}">
                <a16:creationId xmlns:a16="http://schemas.microsoft.com/office/drawing/2014/main" id="{8FB2D8CE-6074-FB84-0CAA-1A150332BC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4023" y="1800000"/>
            <a:ext cx="5400000" cy="4320000"/>
          </a:xfrm>
          <a:prstGeom prst="rect">
            <a:avLst/>
          </a:prstGeom>
          <a:noFill/>
          <a:effectLst/>
        </p:spPr>
        <p:txBody>
          <a:bodyPr/>
          <a:lstStyle/>
          <a:p>
            <a:endParaRPr lang="de-DE" dirty="0"/>
          </a:p>
        </p:txBody>
      </p:sp>
      <p:sp>
        <p:nvSpPr>
          <p:cNvPr id="9" name="Textfeld 1">
            <a:extLst>
              <a:ext uri="{FF2B5EF4-FFF2-40B4-BE49-F238E27FC236}">
                <a16:creationId xmlns:a16="http://schemas.microsoft.com/office/drawing/2014/main" id="{3CAD22FC-FD73-4279-24D8-1A126D3F30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9996" y="1621061"/>
            <a:ext cx="5736004" cy="469601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buClrTx/>
              <a:buSzPct val="100000"/>
              <a:defRPr>
                <a:solidFill>
                  <a:schemeClr val="accent1"/>
                </a:solidFill>
              </a:defRPr>
            </a:lvl3pPr>
            <a:lvl4pPr>
              <a:buClrTx/>
              <a:buSzPct val="100000"/>
              <a:defRPr>
                <a:solidFill>
                  <a:schemeClr val="accent1"/>
                </a:solidFill>
              </a:defRPr>
            </a:lvl4pPr>
            <a:lvl5pPr>
              <a:buClrTx/>
              <a:buSzPct val="100000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36933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6.svg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">
            <a:extLst>
              <a:ext uri="{FF2B5EF4-FFF2-40B4-BE49-F238E27FC236}">
                <a16:creationId xmlns:a16="http://schemas.microsoft.com/office/drawing/2014/main" id="{9A7095DF-83AD-C82E-1C38-661364426C80}"/>
              </a:ext>
            </a:extLst>
          </p:cNvPr>
          <p:cNvSpPr txBox="1"/>
          <p:nvPr userDrawn="1"/>
        </p:nvSpPr>
        <p:spPr>
          <a:xfrm>
            <a:off x="0" y="6611779"/>
            <a:ext cx="12191997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Operation Systems GmbH | https://top-logic.com | https://opensource.top-logic.com</a:t>
            </a:r>
          </a:p>
        </p:txBody>
      </p:sp>
      <p:sp>
        <p:nvSpPr>
          <p:cNvPr id="5" name="Textfeld 1">
            <a:extLst>
              <a:ext uri="{FF2B5EF4-FFF2-40B4-BE49-F238E27FC236}">
                <a16:creationId xmlns:a16="http://schemas.microsoft.com/office/drawing/2014/main" id="{371FBFC7-FAB8-ADE9-B2FB-25AE84BFF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999" y="1825625"/>
            <a:ext cx="114994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x-non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942FE8-6715-CF12-9840-B5E32838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0001"/>
            <a:ext cx="8617745" cy="721061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pPr marL="0" lvl="0">
              <a:lnSpc>
                <a:spcPct val="120000"/>
              </a:lnSpc>
              <a:spcAft>
                <a:spcPts val="400"/>
              </a:spcAft>
            </a:pPr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654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829" r:id="rId2"/>
    <p:sldLayoutId id="21474837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2800" b="1" i="0" kern="1200" cap="all" spc="300" baseline="0" dirty="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1800" b="1" i="0" kern="1200" dirty="0" smtClean="0">
          <a:solidFill>
            <a:schemeClr val="tx1"/>
          </a:solidFill>
          <a:effectLst/>
          <a:latin typeface="Open Sans" pitchFamily="2" charset="0"/>
          <a:ea typeface="Open Sans" pitchFamily="2" charset="0"/>
          <a:cs typeface="Open Sans" pitchFamily="2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2pPr>
      <a:lvl3pPr marL="36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3pPr>
      <a:lvl4pPr marL="72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4pPr>
      <a:lvl5pPr marL="108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x-none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42FE8-6715-CF12-9840-B5E32838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180001"/>
            <a:ext cx="8617746" cy="721061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lang="en-US" dirty="0"/>
              <a:t>Click to edit </a:t>
            </a:r>
            <a:r>
              <a:rPr lang="en-US" dirty="0" err="1"/>
              <a:t>Mastaer</a:t>
            </a:r>
            <a:r>
              <a:rPr lang="en-US" dirty="0"/>
              <a:t> title style</a:t>
            </a:r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B32FB-C2ED-B973-9D71-FB14090C7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999" y="1825625"/>
            <a:ext cx="1152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3AD0C56-A21E-500D-88CE-DC390BC90B2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40000" y="362545"/>
            <a:ext cx="1440000" cy="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4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830" r:id="rId2"/>
    <p:sldLayoutId id="2147483768" r:id="rId3"/>
    <p:sldLayoutId id="2147483769" r:id="rId4"/>
    <p:sldLayoutId id="2147483770" r:id="rId5"/>
    <p:sldLayoutId id="2147483771" r:id="rId6"/>
    <p:sldLayoutId id="2147483772" r:id="rId7"/>
  </p:sldLayoutIdLst>
  <p:txStyles>
    <p:titleStyle>
      <a:lvl1pPr marL="0" algn="l" defTabSz="914400" rtl="0" eaLnBrk="1" latinLnBrk="0" hangingPunct="1">
        <a:lnSpc>
          <a:spcPct val="120000"/>
        </a:lnSpc>
        <a:spcBef>
          <a:spcPct val="0"/>
        </a:spcBef>
        <a:spcAft>
          <a:spcPts val="400"/>
        </a:spcAft>
        <a:buNone/>
        <a:defRPr lang="de-DE" sz="2800" b="1" i="0" kern="1200" cap="all" spc="300" baseline="0" dirty="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None/>
        <a:defRPr lang="en-US" sz="1800" b="1" i="0" kern="1200" dirty="0" smtClean="0">
          <a:solidFill>
            <a:schemeClr val="tx1"/>
          </a:solidFill>
          <a:effectLst/>
          <a:latin typeface="Open Sans" pitchFamily="2" charset="0"/>
          <a:ea typeface="Open Sans" pitchFamily="2" charset="0"/>
          <a:cs typeface="Open Sans" pitchFamily="2" charset="0"/>
        </a:defRPr>
      </a:lvl1pPr>
      <a:lvl2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None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2pPr>
      <a:lvl3pPr marL="36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3pPr>
      <a:lvl4pPr marL="72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4pPr>
      <a:lvl5pPr marL="108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x-none" sz="1800" b="0" i="0" kern="1200" dirty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5pPr>
      <a:lvl6pPr marL="2514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screen">
            <a:alphaModFix amt="1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42FE8-6715-CF12-9840-B5E32838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180001"/>
            <a:ext cx="8617746" cy="721061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lang="en-US" dirty="0"/>
              <a:t>Click to edit </a:t>
            </a:r>
            <a:r>
              <a:rPr lang="en-US" dirty="0" err="1"/>
              <a:t>Mastaer</a:t>
            </a:r>
            <a:r>
              <a:rPr lang="en-US" dirty="0"/>
              <a:t> title style</a:t>
            </a:r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B32FB-C2ED-B973-9D71-FB14090C7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999" y="1825625"/>
            <a:ext cx="1152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BDBFB9B-DA99-3404-1C73-46EA68E41EF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40000" y="362545"/>
            <a:ext cx="1440000" cy="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98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5" r:id="rId2"/>
    <p:sldLayoutId id="2147483797" r:id="rId3"/>
    <p:sldLayoutId id="2147483792" r:id="rId4"/>
  </p:sldLayoutIdLst>
  <p:txStyles>
    <p:titleStyle>
      <a:lvl1pPr marL="0" algn="l" defTabSz="914400" rtl="0" eaLnBrk="1" latinLnBrk="0" hangingPunct="1">
        <a:lnSpc>
          <a:spcPct val="120000"/>
        </a:lnSpc>
        <a:spcBef>
          <a:spcPct val="0"/>
        </a:spcBef>
        <a:spcAft>
          <a:spcPts val="400"/>
        </a:spcAft>
        <a:buNone/>
        <a:defRPr lang="de-DE" sz="2800" b="1" i="0" kern="1200" cap="all" spc="300" baseline="0" dirty="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None/>
        <a:defRPr lang="en-US" sz="1800" b="1" i="0" kern="1200" dirty="0" smtClean="0">
          <a:solidFill>
            <a:schemeClr val="tx1"/>
          </a:solidFill>
          <a:effectLst/>
          <a:latin typeface="Open Sans" pitchFamily="2" charset="0"/>
          <a:ea typeface="Open Sans" pitchFamily="2" charset="0"/>
          <a:cs typeface="Open Sans" pitchFamily="2" charset="0"/>
        </a:defRPr>
      </a:lvl1pPr>
      <a:lvl2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None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2pPr>
      <a:lvl3pPr marL="36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3pPr>
      <a:lvl4pPr marL="72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en-US" sz="1800" b="0" i="0" kern="1200" dirty="0" smtClean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4pPr>
      <a:lvl5pPr marL="1080000" indent="-360000" algn="l" defTabSz="9144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Clr>
          <a:schemeClr val="accent2"/>
        </a:buClr>
        <a:buSzPct val="150000"/>
        <a:buFont typeface="Symbol" pitchFamily="2" charset="2"/>
        <a:buChar char="-"/>
        <a:defRPr lang="x-none" sz="1800" b="0" i="0" kern="1200" dirty="0">
          <a:solidFill>
            <a:schemeClr val="tx1"/>
          </a:solidFill>
          <a:effectLst/>
          <a:latin typeface="Open Sans" pitchFamily="2" charset="0"/>
          <a:ea typeface="+mn-ea"/>
          <a:cs typeface="+mn-cs"/>
        </a:defRPr>
      </a:lvl5pPr>
      <a:lvl6pPr marL="2514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36.png"/><Relationship Id="rId26" Type="http://schemas.openxmlformats.org/officeDocument/2006/relationships/chart" Target="../charts/chart1.xml"/><Relationship Id="rId3" Type="http://schemas.openxmlformats.org/officeDocument/2006/relationships/image" Target="../media/image21.svg"/><Relationship Id="rId21" Type="http://schemas.openxmlformats.org/officeDocument/2006/relationships/image" Target="../media/image39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24" Type="http://schemas.openxmlformats.org/officeDocument/2006/relationships/image" Target="../media/image42.pn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10" Type="http://schemas.openxmlformats.org/officeDocument/2006/relationships/image" Target="../media/image28.png"/><Relationship Id="rId19" Type="http://schemas.openxmlformats.org/officeDocument/2006/relationships/image" Target="../media/image37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DF918-B468-D9CB-C1FA-D635180B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6">
            <a:extLst>
              <a:ext uri="{FF2B5EF4-FFF2-40B4-BE49-F238E27FC236}">
                <a16:creationId xmlns:a16="http://schemas.microsoft.com/office/drawing/2014/main" id="{2995725E-8727-35D0-BBFE-995448D551AF}"/>
              </a:ext>
            </a:extLst>
          </p:cNvPr>
          <p:cNvSpPr txBox="1">
            <a:spLocks/>
          </p:cNvSpPr>
          <p:nvPr/>
        </p:nvSpPr>
        <p:spPr>
          <a:xfrm>
            <a:off x="1833819" y="4400983"/>
            <a:ext cx="8640900" cy="1354217"/>
          </a:xfrm>
          <a:prstGeom prst="rect">
            <a:avLst/>
          </a:prstGeom>
        </p:spPr>
        <p:txBody>
          <a:bodyPr vert="horz" lIns="180000" tIns="180000" rIns="180000" bIns="180000" rtlCol="0" anchor="ctr" anchorCtr="0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4400" b="1" i="0" kern="1200" cap="all" spc="300" baseline="0" dirty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sz="2000" dirty="0"/>
              <a:t>AI-driven Business transformation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09E5A51-EAD9-F3DF-BF70-81BBF2FB2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6000" y="2224981"/>
            <a:ext cx="648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86C4-162D-1E4B-A0D1-93BD756E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08CA380C-796F-5EB8-4C56-165B95C13F48}"/>
              </a:ext>
            </a:extLst>
          </p:cNvPr>
          <p:cNvGrpSpPr/>
          <p:nvPr/>
        </p:nvGrpSpPr>
        <p:grpSpPr>
          <a:xfrm>
            <a:off x="539307" y="1628859"/>
            <a:ext cx="4680375" cy="4671979"/>
            <a:chOff x="7022340" y="1628859"/>
            <a:chExt cx="4680375" cy="4671979"/>
          </a:xfrm>
        </p:grpSpPr>
        <p:sp>
          <p:nvSpPr>
            <p:cNvPr id="90" name="Abgerundetes Rechteck 89">
              <a:extLst>
                <a:ext uri="{FF2B5EF4-FFF2-40B4-BE49-F238E27FC236}">
                  <a16:creationId xmlns:a16="http://schemas.microsoft.com/office/drawing/2014/main" id="{C9B8E238-08A3-508A-19BD-401DBE524DE4}"/>
                </a:ext>
              </a:extLst>
            </p:cNvPr>
            <p:cNvSpPr/>
            <p:nvPr/>
          </p:nvSpPr>
          <p:spPr bwMode="auto">
            <a:xfrm>
              <a:off x="7022340" y="1628859"/>
              <a:ext cx="4680375" cy="4671979"/>
            </a:xfrm>
            <a:prstGeom prst="roundRect">
              <a:avLst>
                <a:gd name="adj" fmla="val 492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accent1">
                      <a:alpha val="40238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</a:ln>
            <a:effectLst>
              <a:outerShdw blurRad="203200" dist="101600" dir="5400000" algn="t" rotWithShape="0">
                <a:schemeClr val="accent1">
                  <a:lumMod val="75000"/>
                  <a:alpha val="20000"/>
                </a:schemeClr>
              </a:outerShdw>
            </a:effectLst>
          </p:spPr>
          <p:txBody>
            <a:bodyPr wrap="square" lIns="90000" tIns="54000" rIns="90000" bIns="108000" rtlCol="0" anchor="t" anchorCtr="0">
              <a:noAutofit/>
            </a:bodyPr>
            <a:lstStyle/>
            <a:p>
              <a:pPr algn="ctr"/>
              <a:r>
                <a:rPr lang="de-DE" sz="1400" b="1" dirty="0">
                  <a:solidFill>
                    <a:schemeClr val="tx1"/>
                  </a:solidFill>
                </a:rPr>
                <a:t>Beispiel</a:t>
              </a:r>
            </a:p>
          </p:txBody>
        </p: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B5771AB8-7BC4-1297-3E3E-A2D6F5AD8B22}"/>
                </a:ext>
              </a:extLst>
            </p:cNvPr>
            <p:cNvSpPr txBox="1"/>
            <p:nvPr/>
          </p:nvSpPr>
          <p:spPr>
            <a:xfrm>
              <a:off x="7123609" y="2068922"/>
              <a:ext cx="4477836" cy="4154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de-DE" sz="1200" b="1" dirty="0">
                  <a:solidFill>
                    <a:schemeClr val="accent1"/>
                  </a:solidFill>
                </a:rPr>
                <a:t>User-Eingabe:</a:t>
              </a:r>
              <a:r>
                <a:rPr lang="de-DE" sz="1200" dirty="0">
                  <a:solidFill>
                    <a:schemeClr val="accent1"/>
                  </a:solidFill>
                </a:rPr>
                <a:t> </a:t>
              </a:r>
              <a:r>
                <a:rPr lang="de-DE" sz="1200" i="1" dirty="0"/>
                <a:t>„Ich brauche dünnes Holz, um das Feuer anzuzünden, aber der Ast hier ist zu lang.“</a:t>
              </a:r>
            </a:p>
            <a:p>
              <a:pPr>
                <a:buNone/>
              </a:pPr>
              <a:endParaRPr lang="de-DE" sz="1200" dirty="0"/>
            </a:p>
            <a:p>
              <a:pPr>
                <a:buNone/>
              </a:pPr>
              <a:r>
                <a:rPr lang="de-DE" sz="1200" dirty="0"/>
                <a:t>So arbeitet der KI-Agent das im Hintergrund ab:</a:t>
              </a:r>
              <a:br>
                <a:rPr lang="de-DE" sz="1200" dirty="0"/>
              </a:br>
              <a:endParaRPr lang="de-DE" sz="1200" dirty="0"/>
            </a:p>
            <a:p>
              <a:pPr>
                <a:buFont typeface="+mj-lt"/>
                <a:buAutoNum type="arabicPeriod"/>
              </a:pPr>
              <a:r>
                <a:rPr lang="de-DE" sz="1200" b="1" dirty="0">
                  <a:solidFill>
                    <a:schemeClr val="accent3"/>
                  </a:solidFill>
                </a:rPr>
                <a:t>Verstehen (Systemprompt):</a:t>
              </a:r>
              <a:r>
                <a:rPr lang="de-DE" sz="1200" dirty="0">
                  <a:solidFill>
                    <a:schemeClr val="accent3"/>
                  </a:solidFill>
                </a:rPr>
                <a:t> </a:t>
              </a:r>
              <a:r>
                <a:rPr lang="de-DE" sz="1200" dirty="0"/>
                <a:t>Das Problem wird als „Besitzer des Taschenmessers“ analysiert: Er versteht das Ziel (Holz zerkleinern für ein Feuer) und weiß, dass er eine Lösung finden muss.</a:t>
              </a:r>
              <a:br>
                <a:rPr lang="de-DE" sz="1200" dirty="0"/>
              </a:br>
              <a:endParaRPr lang="de-DE" sz="1200" dirty="0"/>
            </a:p>
            <a:p>
              <a:pPr>
                <a:buFont typeface="+mj-lt"/>
                <a:buAutoNum type="arabicPeriod"/>
              </a:pPr>
              <a:r>
                <a:rPr lang="de-DE" sz="1200" b="1" dirty="0">
                  <a:solidFill>
                    <a:schemeClr val="accent2"/>
                  </a:solidFill>
                </a:rPr>
                <a:t>Entscheidung (</a:t>
              </a:r>
              <a:r>
                <a:rPr lang="de-DE" sz="1200" b="1" dirty="0" err="1">
                  <a:solidFill>
                    <a:schemeClr val="accent2"/>
                  </a:solidFill>
                </a:rPr>
                <a:t>Skill</a:t>
              </a:r>
              <a:r>
                <a:rPr lang="de-DE" sz="1200" b="1" dirty="0">
                  <a:solidFill>
                    <a:schemeClr val="accent2"/>
                  </a:solidFill>
                </a:rPr>
                <a:t>-Auswahl):</a:t>
              </a:r>
              <a:r>
                <a:rPr lang="de-DE" sz="1200" dirty="0">
                  <a:solidFill>
                    <a:schemeClr val="accent2"/>
                  </a:solidFill>
                </a:rPr>
                <a:t> </a:t>
              </a:r>
              <a:r>
                <a:rPr lang="de-DE" sz="1200" dirty="0"/>
                <a:t>Der Agent merkt: </a:t>
              </a:r>
              <a:r>
                <a:rPr lang="de-DE" sz="1200" i="1" dirty="0"/>
                <a:t>„Dafür brauche ich meinen </a:t>
              </a:r>
              <a:r>
                <a:rPr lang="de-DE" sz="1200" i="1" dirty="0" err="1"/>
                <a:t>Skill</a:t>
              </a:r>
              <a:r>
                <a:rPr lang="de-DE" sz="1200" i="1" dirty="0"/>
                <a:t> 'Feuerholz machen‘.“</a:t>
              </a:r>
              <a:br>
                <a:rPr lang="de-DE" sz="1200" i="1" dirty="0"/>
              </a:br>
              <a:endParaRPr lang="de-DE" sz="1200" dirty="0"/>
            </a:p>
            <a:p>
              <a:pPr>
                <a:buFont typeface="+mj-lt"/>
                <a:buAutoNum type="arabicPeriod"/>
              </a:pPr>
              <a:r>
                <a:rPr lang="de-DE" sz="1200" b="1" dirty="0">
                  <a:solidFill>
                    <a:schemeClr val="accent4"/>
                  </a:solidFill>
                </a:rPr>
                <a:t>Ausführung (Tool-Call):</a:t>
              </a:r>
              <a:r>
                <a:rPr lang="de-DE" sz="1200" dirty="0">
                  <a:solidFill>
                    <a:schemeClr val="accent4"/>
                  </a:solidFill>
                </a:rPr>
                <a:t> </a:t>
              </a:r>
              <a:r>
                <a:rPr lang="de-DE" sz="1200" dirty="0"/>
                <a:t>Der Agent ruft gezielt das </a:t>
              </a:r>
              <a:r>
                <a:rPr lang="de-DE" sz="1200" b="1" dirty="0"/>
                <a:t>Tool „Säge“</a:t>
              </a:r>
              <a:r>
                <a:rPr lang="de-DE" sz="1200" dirty="0">
                  <a:solidFill>
                    <a:schemeClr val="accent4"/>
                  </a:solidFill>
                </a:rPr>
                <a:t> </a:t>
              </a:r>
              <a:r>
                <a:rPr lang="de-DE" sz="1200" dirty="0"/>
                <a:t>auf. In der Software-Welt schickt er die Parameter (z.B. </a:t>
              </a:r>
              <a:r>
                <a:rPr lang="de-DE" sz="1200" dirty="0" err="1">
                  <a:latin typeface="Courier New" panose="02070309020205020404" pitchFamily="49" charset="0"/>
                </a:rPr>
                <a:t>ast_dicke</a:t>
              </a:r>
              <a:r>
                <a:rPr lang="de-DE" sz="1200" dirty="0">
                  <a:latin typeface="Courier New" panose="02070309020205020404" pitchFamily="49" charset="0"/>
                </a:rPr>
                <a:t>: "5cm"</a:t>
              </a:r>
              <a:r>
                <a:rPr lang="de-DE" sz="1200" dirty="0"/>
                <a:t>) an das Tool ab.</a:t>
              </a:r>
              <a:br>
                <a:rPr lang="de-DE" sz="1200" dirty="0"/>
              </a:br>
              <a:endParaRPr lang="de-DE" sz="1200" dirty="0"/>
            </a:p>
            <a:p>
              <a:pPr>
                <a:buFont typeface="+mj-lt"/>
                <a:buAutoNum type="arabicPeriod"/>
              </a:pPr>
              <a:r>
                <a:rPr lang="de-DE" sz="1200" b="1" dirty="0"/>
                <a:t>Ergebnis:</a:t>
              </a:r>
              <a:r>
                <a:rPr lang="de-DE" sz="1200" dirty="0"/>
                <a:t> Das Tool sägt.</a:t>
              </a:r>
              <a:br>
                <a:rPr lang="de-DE" sz="1200" dirty="0"/>
              </a:br>
              <a:endParaRPr lang="de-DE" sz="1200" dirty="0"/>
            </a:p>
            <a:p>
              <a:pPr>
                <a:buFont typeface="+mj-lt"/>
                <a:buAutoNum type="arabicPeriod"/>
              </a:pPr>
              <a:r>
                <a:rPr lang="de-DE" sz="1200" b="1" dirty="0"/>
                <a:t>Antwort:</a:t>
              </a:r>
              <a:r>
                <a:rPr lang="de-DE" sz="1200" dirty="0"/>
                <a:t> Der Agent klappt das Tool wieder ein und antwortet dem User: </a:t>
              </a:r>
              <a:r>
                <a:rPr lang="de-DE" sz="1200" i="1" dirty="0"/>
                <a:t>„Ich habe den Ast mit der Säge zerkleinert. Das Holz liegt bereit.“</a:t>
              </a:r>
              <a:endParaRPr lang="de-DE" sz="1200" dirty="0"/>
            </a:p>
          </p:txBody>
        </p:sp>
      </p:grpSp>
      <p:sp>
        <p:nvSpPr>
          <p:cNvPr id="18" name="Titel 5">
            <a:extLst>
              <a:ext uri="{FF2B5EF4-FFF2-40B4-BE49-F238E27FC236}">
                <a16:creationId xmlns:a16="http://schemas.microsoft.com/office/drawing/2014/main" id="{E05C5221-DE7B-4B49-8F09-FAD6E987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Agenten erklärt</a:t>
            </a:r>
          </a:p>
        </p:txBody>
      </p:sp>
      <p:sp>
        <p:nvSpPr>
          <p:cNvPr id="112" name="Textplatzhalter 111">
            <a:extLst>
              <a:ext uri="{FF2B5EF4-FFF2-40B4-BE49-F238E27FC236}">
                <a16:creationId xmlns:a16="http://schemas.microsoft.com/office/drawing/2014/main" id="{4C7A8D68-5C63-71F5-DDD3-79CA038DB35F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697E0846-6E67-E401-0F7B-5D0616039D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Was ist ein Agent und wie funktioniert er?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F016B8E-5605-8515-DD93-A02CCA8000E9}"/>
              </a:ext>
            </a:extLst>
          </p:cNvPr>
          <p:cNvGrpSpPr/>
          <p:nvPr/>
        </p:nvGrpSpPr>
        <p:grpSpPr>
          <a:xfrm>
            <a:off x="5400065" y="3445478"/>
            <a:ext cx="1036800" cy="1036800"/>
            <a:chOff x="2963688" y="2440739"/>
            <a:chExt cx="1036800" cy="1036800"/>
          </a:xfrm>
        </p:grpSpPr>
        <p:sp>
          <p:nvSpPr>
            <p:cNvPr id="24" name="Abgerundetes Rechteck 23">
              <a:extLst>
                <a:ext uri="{FF2B5EF4-FFF2-40B4-BE49-F238E27FC236}">
                  <a16:creationId xmlns:a16="http://schemas.microsoft.com/office/drawing/2014/main" id="{4BD866FC-822B-6900-5B2C-E3C30B3008E3}"/>
                </a:ext>
              </a:extLst>
            </p:cNvPr>
            <p:cNvSpPr/>
            <p:nvPr/>
          </p:nvSpPr>
          <p:spPr bwMode="auto">
            <a:xfrm>
              <a:off x="2963688" y="2440739"/>
              <a:ext cx="1036800" cy="1036800"/>
            </a:xfrm>
            <a:prstGeom prst="roundRect">
              <a:avLst>
                <a:gd name="adj" fmla="val 492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</a:ln>
            <a:effectLst>
              <a:outerShdw blurRad="203200" dist="101600" dir="5400000" algn="t" rotWithShape="0">
                <a:schemeClr val="accent1">
                  <a:lumMod val="75000"/>
                  <a:alpha val="20000"/>
                </a:schemeClr>
              </a:outerShdw>
            </a:effectLst>
          </p:spPr>
          <p:txBody>
            <a:bodyPr wrap="square" lIns="90000" tIns="54000" rIns="90000" bIns="108000" rtlCol="0" anchor="b" anchorCtr="0">
              <a:noAutofit/>
            </a:bodyPr>
            <a:lstStyle/>
            <a:p>
              <a:pPr algn="ctr"/>
              <a:r>
                <a:rPr lang="de-DE" sz="1000" b="1" dirty="0">
                  <a:solidFill>
                    <a:schemeClr val="accent1"/>
                  </a:solidFill>
                </a:rPr>
                <a:t>ALBERT</a:t>
              </a: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418CD8B0-46C9-4623-B2E2-78E0C0076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67088" y="2511675"/>
              <a:ext cx="630000" cy="630000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95AA69B1-030F-0A40-BFE2-0C2814B6FFF0}"/>
              </a:ext>
            </a:extLst>
          </p:cNvPr>
          <p:cNvGrpSpPr/>
          <p:nvPr/>
        </p:nvGrpSpPr>
        <p:grpSpPr>
          <a:xfrm>
            <a:off x="7018393" y="4864592"/>
            <a:ext cx="1440000" cy="630000"/>
            <a:chOff x="2223304" y="2848048"/>
            <a:chExt cx="1440000" cy="630000"/>
          </a:xfrm>
        </p:grpSpPr>
        <p:sp>
          <p:nvSpPr>
            <p:cNvPr id="30" name="Abgerundetes Rechteck 29">
              <a:extLst>
                <a:ext uri="{FF2B5EF4-FFF2-40B4-BE49-F238E27FC236}">
                  <a16:creationId xmlns:a16="http://schemas.microsoft.com/office/drawing/2014/main" id="{CFE82735-123D-1BE9-52EF-28230B96BF3C}"/>
                </a:ext>
              </a:extLst>
            </p:cNvPr>
            <p:cNvSpPr/>
            <p:nvPr/>
          </p:nvSpPr>
          <p:spPr bwMode="auto">
            <a:xfrm>
              <a:off x="2223304" y="2848048"/>
              <a:ext cx="1440000" cy="630000"/>
            </a:xfrm>
            <a:prstGeom prst="roundRect">
              <a:avLst>
                <a:gd name="adj" fmla="val 492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accent4">
                      <a:alpha val="50000"/>
                    </a:schemeClr>
                  </a:gs>
                  <a:gs pos="100000">
                    <a:schemeClr val="accent4"/>
                  </a:gs>
                </a:gsLst>
                <a:lin ang="2700000" scaled="1"/>
                <a:tileRect/>
              </a:gradFill>
            </a:ln>
            <a:effectLst>
              <a:outerShdw blurRad="203200" dist="101600" dir="5400000" algn="t" rotWithShape="0">
                <a:schemeClr val="accent1">
                  <a:lumMod val="75000"/>
                  <a:alpha val="20000"/>
                </a:schemeClr>
              </a:outerShdw>
            </a:effectLst>
          </p:spPr>
          <p:txBody>
            <a:bodyPr wrap="square" lIns="90000" tIns="54000" rIns="90000" bIns="108000" rtlCol="0" anchor="b" anchorCtr="0">
              <a:noAutofit/>
            </a:bodyPr>
            <a:lstStyle/>
            <a:p>
              <a:pPr algn="ctr"/>
              <a:r>
                <a:rPr lang="de-DE" sz="1000" b="1" dirty="0">
                  <a:solidFill>
                    <a:schemeClr val="accent4"/>
                  </a:solidFill>
                </a:rPr>
                <a:t>Tools</a:t>
              </a:r>
            </a:p>
          </p:txBody>
        </p: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D10DE441-1DCF-2D92-92F3-49B376AEA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25872" y="2919858"/>
              <a:ext cx="230400" cy="230400"/>
            </a:xfrm>
            <a:prstGeom prst="rect">
              <a:avLst/>
            </a:prstGeom>
          </p:spPr>
        </p:pic>
      </p:grpSp>
      <p:cxnSp>
        <p:nvCxnSpPr>
          <p:cNvPr id="33" name="Gewinkelte Verbindung 32">
            <a:extLst>
              <a:ext uri="{FF2B5EF4-FFF2-40B4-BE49-F238E27FC236}">
                <a16:creationId xmlns:a16="http://schemas.microsoft.com/office/drawing/2014/main" id="{AE5A215B-B1BB-2829-FDFB-7E962CA11AF2}"/>
              </a:ext>
            </a:extLst>
          </p:cNvPr>
          <p:cNvCxnSpPr>
            <a:cxnSpLocks/>
            <a:stCxn id="30" idx="3"/>
            <a:endCxn id="44" idx="0"/>
          </p:cNvCxnSpPr>
          <p:nvPr/>
        </p:nvCxnSpPr>
        <p:spPr>
          <a:xfrm flipV="1">
            <a:off x="8458393" y="4899053"/>
            <a:ext cx="506431" cy="280539"/>
          </a:xfrm>
          <a:prstGeom prst="bentConnector4">
            <a:avLst>
              <a:gd name="adj1" fmla="val 41114"/>
              <a:gd name="adj2" fmla="val 19377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winkelte Verbindung 33">
            <a:extLst>
              <a:ext uri="{FF2B5EF4-FFF2-40B4-BE49-F238E27FC236}">
                <a16:creationId xmlns:a16="http://schemas.microsoft.com/office/drawing/2014/main" id="{AC20E2DA-0D6A-03C9-7738-7689268B4C65}"/>
              </a:ext>
            </a:extLst>
          </p:cNvPr>
          <p:cNvCxnSpPr>
            <a:cxnSpLocks/>
            <a:stCxn id="30" idx="3"/>
            <a:endCxn id="50" idx="2"/>
          </p:cNvCxnSpPr>
          <p:nvPr/>
        </p:nvCxnSpPr>
        <p:spPr>
          <a:xfrm>
            <a:off x="8458393" y="5179592"/>
            <a:ext cx="631145" cy="191050"/>
          </a:xfrm>
          <a:prstGeom prst="bentConnector4">
            <a:avLst>
              <a:gd name="adj1" fmla="val 42870"/>
              <a:gd name="adj2" fmla="val 219655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144B53E0-C367-775E-4F51-ECE88CF34B22}"/>
              </a:ext>
            </a:extLst>
          </p:cNvPr>
          <p:cNvCxnSpPr>
            <a:cxnSpLocks/>
            <a:stCxn id="30" idx="3"/>
            <a:endCxn id="47" idx="2"/>
          </p:cNvCxnSpPr>
          <p:nvPr/>
        </p:nvCxnSpPr>
        <p:spPr>
          <a:xfrm>
            <a:off x="8458393" y="5179592"/>
            <a:ext cx="1217992" cy="315000"/>
          </a:xfrm>
          <a:prstGeom prst="bentConnector4">
            <a:avLst>
              <a:gd name="adj1" fmla="val 46305"/>
              <a:gd name="adj2" fmla="val 172571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E2FD1438-7D31-D955-DDBE-F565DE0C11EC}"/>
              </a:ext>
            </a:extLst>
          </p:cNvPr>
          <p:cNvSpPr/>
          <p:nvPr/>
        </p:nvSpPr>
        <p:spPr>
          <a:xfrm>
            <a:off x="8874824" y="4899053"/>
            <a:ext cx="180000" cy="18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FA01CED-17A8-2CA6-CBB8-414A0CFCE790}"/>
              </a:ext>
            </a:extLst>
          </p:cNvPr>
          <p:cNvSpPr/>
          <p:nvPr/>
        </p:nvSpPr>
        <p:spPr>
          <a:xfrm>
            <a:off x="9586385" y="5314592"/>
            <a:ext cx="180000" cy="18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566FD73-D142-3C44-D60D-94F600C1764D}"/>
              </a:ext>
            </a:extLst>
          </p:cNvPr>
          <p:cNvSpPr/>
          <p:nvPr/>
        </p:nvSpPr>
        <p:spPr>
          <a:xfrm>
            <a:off x="8999538" y="5190642"/>
            <a:ext cx="180000" cy="18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5D767539-1F8E-1265-F2B5-4BF8886F7130}"/>
              </a:ext>
            </a:extLst>
          </p:cNvPr>
          <p:cNvGrpSpPr/>
          <p:nvPr/>
        </p:nvGrpSpPr>
        <p:grpSpPr>
          <a:xfrm>
            <a:off x="7018393" y="3648878"/>
            <a:ext cx="1440000" cy="630000"/>
            <a:chOff x="2443884" y="3914847"/>
            <a:chExt cx="1440000" cy="630000"/>
          </a:xfrm>
        </p:grpSpPr>
        <p:sp>
          <p:nvSpPr>
            <p:cNvPr id="62" name="Abgerundetes Rechteck 61">
              <a:extLst>
                <a:ext uri="{FF2B5EF4-FFF2-40B4-BE49-F238E27FC236}">
                  <a16:creationId xmlns:a16="http://schemas.microsoft.com/office/drawing/2014/main" id="{8EA17F78-372F-45CA-CFF5-7AFEC33D8FE6}"/>
                </a:ext>
              </a:extLst>
            </p:cNvPr>
            <p:cNvSpPr/>
            <p:nvPr/>
          </p:nvSpPr>
          <p:spPr bwMode="auto">
            <a:xfrm>
              <a:off x="2443884" y="3914847"/>
              <a:ext cx="1440000" cy="630000"/>
            </a:xfrm>
            <a:prstGeom prst="roundRect">
              <a:avLst>
                <a:gd name="adj" fmla="val 492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accent2">
                      <a:alpha val="5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</a:ln>
            <a:effectLst>
              <a:outerShdw blurRad="203200" dist="101600" dir="5400000" algn="t" rotWithShape="0">
                <a:schemeClr val="accent1">
                  <a:lumMod val="75000"/>
                  <a:alpha val="20000"/>
                </a:schemeClr>
              </a:outerShdw>
            </a:effectLst>
          </p:spPr>
          <p:txBody>
            <a:bodyPr wrap="square" lIns="90000" tIns="54000" rIns="90000" bIns="108000" rtlCol="0" anchor="b" anchorCtr="0">
              <a:noAutofit/>
            </a:bodyPr>
            <a:lstStyle/>
            <a:p>
              <a:pPr algn="ctr"/>
              <a:r>
                <a:rPr lang="de-DE" sz="1000" b="1" dirty="0">
                  <a:solidFill>
                    <a:schemeClr val="accent2"/>
                  </a:solidFill>
                </a:rPr>
                <a:t>Skills</a:t>
              </a:r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4E9BBB03-D328-3018-DCF1-C0BE926DD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48684" y="3986657"/>
              <a:ext cx="230400" cy="230400"/>
            </a:xfrm>
            <a:prstGeom prst="rect">
              <a:avLst/>
            </a:prstGeom>
          </p:spPr>
        </p:pic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0EAF260-7922-5FB9-4D8D-4075DF7DBABD}"/>
              </a:ext>
            </a:extLst>
          </p:cNvPr>
          <p:cNvGrpSpPr/>
          <p:nvPr/>
        </p:nvGrpSpPr>
        <p:grpSpPr>
          <a:xfrm>
            <a:off x="7018393" y="2433868"/>
            <a:ext cx="1440000" cy="630000"/>
            <a:chOff x="2443884" y="2984405"/>
            <a:chExt cx="1440000" cy="630000"/>
          </a:xfrm>
        </p:grpSpPr>
        <p:sp>
          <p:nvSpPr>
            <p:cNvPr id="67" name="Abgerundetes Rechteck 66">
              <a:extLst>
                <a:ext uri="{FF2B5EF4-FFF2-40B4-BE49-F238E27FC236}">
                  <a16:creationId xmlns:a16="http://schemas.microsoft.com/office/drawing/2014/main" id="{B0DD155C-936D-5FB6-1136-D8F68308F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884" y="2984405"/>
              <a:ext cx="1440000" cy="630000"/>
            </a:xfrm>
            <a:prstGeom prst="roundRect">
              <a:avLst>
                <a:gd name="adj" fmla="val 492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accent3">
                      <a:alpha val="50000"/>
                    </a:schemeClr>
                  </a:gs>
                  <a:gs pos="100000">
                    <a:schemeClr val="accent3"/>
                  </a:gs>
                </a:gsLst>
                <a:lin ang="2700000" scaled="1"/>
                <a:tileRect/>
              </a:gradFill>
            </a:ln>
            <a:effectLst>
              <a:outerShdw blurRad="203200" dist="101600" dir="5400000" algn="t" rotWithShape="0">
                <a:schemeClr val="accent1">
                  <a:lumMod val="75000"/>
                  <a:alpha val="20000"/>
                </a:schemeClr>
              </a:outerShdw>
            </a:effectLst>
          </p:spPr>
          <p:txBody>
            <a:bodyPr wrap="square" lIns="90000" tIns="54000" rIns="90000" bIns="108000" rtlCol="0" anchor="b" anchorCtr="0">
              <a:noAutofit/>
            </a:bodyPr>
            <a:lstStyle/>
            <a:p>
              <a:pPr algn="ctr"/>
              <a:r>
                <a:rPr lang="de-DE" sz="1000" b="1" dirty="0">
                  <a:solidFill>
                    <a:schemeClr val="accent3"/>
                  </a:solidFill>
                </a:rPr>
                <a:t>Systemprompt</a:t>
              </a:r>
            </a:p>
          </p:txBody>
        </p:sp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47E587BC-25FA-F361-771A-2505FE1BF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50484" y="3056215"/>
              <a:ext cx="228600" cy="228600"/>
            </a:xfrm>
            <a:prstGeom prst="rect">
              <a:avLst/>
            </a:prstGeom>
          </p:spPr>
        </p:pic>
      </p:grpSp>
      <p:sp>
        <p:nvSpPr>
          <p:cNvPr id="80" name="Textfeld 79">
            <a:extLst>
              <a:ext uri="{FF2B5EF4-FFF2-40B4-BE49-F238E27FC236}">
                <a16:creationId xmlns:a16="http://schemas.microsoft.com/office/drawing/2014/main" id="{780873DC-28A2-109D-7158-3577CF0857D7}"/>
              </a:ext>
            </a:extLst>
          </p:cNvPr>
          <p:cNvSpPr txBox="1"/>
          <p:nvPr/>
        </p:nvSpPr>
        <p:spPr>
          <a:xfrm>
            <a:off x="8570495" y="2317981"/>
            <a:ext cx="313623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>
                <a:solidFill>
                  <a:schemeClr val="accent3"/>
                </a:solidFill>
              </a:rPr>
              <a:t>Rolle</a:t>
            </a:r>
            <a:r>
              <a:rPr lang="de-DE" sz="1000" dirty="0">
                <a:solidFill>
                  <a:schemeClr val="accent3"/>
                </a:solidFill>
              </a:rPr>
              <a:t> oder </a:t>
            </a:r>
            <a:r>
              <a:rPr lang="de-DE" sz="1000" b="1" dirty="0">
                <a:solidFill>
                  <a:schemeClr val="accent3"/>
                </a:solidFill>
              </a:rPr>
              <a:t>Auftrag</a:t>
            </a:r>
            <a:r>
              <a:rPr lang="de-DE" sz="1000" dirty="0">
                <a:solidFill>
                  <a:schemeClr val="accent3"/>
                </a:solidFill>
              </a:rPr>
              <a:t> </a:t>
            </a:r>
            <a:br>
              <a:rPr lang="de-DE" sz="1000" dirty="0">
                <a:solidFill>
                  <a:schemeClr val="accent3"/>
                </a:solidFill>
              </a:rPr>
            </a:br>
            <a:r>
              <a:rPr lang="de-DE" sz="1000" i="1" dirty="0">
                <a:solidFill>
                  <a:schemeClr val="accent3"/>
                </a:solidFill>
              </a:rPr>
              <a:t>„Du bist der Besitzer des Taschenmessers. Deine Aufgabe ist es, Nutzerprobleme zu verstehen und eigenständig zu entscheiden, wann und wie du deine Skills und Tools aktivierst, um das Ziel zu erreichen.“</a:t>
            </a:r>
            <a:endParaRPr lang="de-DE" sz="1000" dirty="0">
              <a:solidFill>
                <a:schemeClr val="accent3"/>
              </a:solidFill>
            </a:endParaRP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2DE74A9D-435F-8C96-85F4-1B97709A395C}"/>
              </a:ext>
            </a:extLst>
          </p:cNvPr>
          <p:cNvSpPr txBox="1"/>
          <p:nvPr/>
        </p:nvSpPr>
        <p:spPr>
          <a:xfrm>
            <a:off x="8640179" y="3669130"/>
            <a:ext cx="22524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>
                <a:solidFill>
                  <a:schemeClr val="accent2"/>
                </a:solidFill>
              </a:rPr>
              <a:t>„Feuerholz machen“</a:t>
            </a:r>
            <a:br>
              <a:rPr lang="de-DE" sz="1000" dirty="0">
                <a:solidFill>
                  <a:schemeClr val="accent2"/>
                </a:solidFill>
              </a:rPr>
            </a:br>
            <a:br>
              <a:rPr lang="de-DE" sz="1000" dirty="0">
                <a:solidFill>
                  <a:schemeClr val="accent2"/>
                </a:solidFill>
              </a:rPr>
            </a:br>
            <a:r>
              <a:rPr lang="de-DE" sz="1000" dirty="0">
                <a:solidFill>
                  <a:schemeClr val="accent2"/>
                </a:solidFill>
              </a:rPr>
              <a:t>„Weinflasche öffnen“</a:t>
            </a:r>
          </a:p>
        </p:txBody>
      </p:sp>
      <p:cxnSp>
        <p:nvCxnSpPr>
          <p:cNvPr id="97" name="Gewinkelte Verbindung 96">
            <a:extLst>
              <a:ext uri="{FF2B5EF4-FFF2-40B4-BE49-F238E27FC236}">
                <a16:creationId xmlns:a16="http://schemas.microsoft.com/office/drawing/2014/main" id="{52F507E8-9370-F3F0-4A37-37914ABB4ED4}"/>
              </a:ext>
            </a:extLst>
          </p:cNvPr>
          <p:cNvCxnSpPr>
            <a:cxnSpLocks/>
            <a:stCxn id="24" idx="3"/>
            <a:endCxn id="62" idx="1"/>
          </p:cNvCxnSpPr>
          <p:nvPr/>
        </p:nvCxnSpPr>
        <p:spPr>
          <a:xfrm>
            <a:off x="6436865" y="3963878"/>
            <a:ext cx="58152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winkelte Verbindung 103">
            <a:extLst>
              <a:ext uri="{FF2B5EF4-FFF2-40B4-BE49-F238E27FC236}">
                <a16:creationId xmlns:a16="http://schemas.microsoft.com/office/drawing/2014/main" id="{9BBC7492-7228-FFA3-1477-CCBAEB0913EE}"/>
              </a:ext>
            </a:extLst>
          </p:cNvPr>
          <p:cNvCxnSpPr>
            <a:cxnSpLocks/>
            <a:stCxn id="24" idx="3"/>
            <a:endCxn id="67" idx="1"/>
          </p:cNvCxnSpPr>
          <p:nvPr/>
        </p:nvCxnSpPr>
        <p:spPr>
          <a:xfrm flipV="1">
            <a:off x="6436865" y="2748868"/>
            <a:ext cx="581528" cy="121501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winkelte Verbindung 107">
            <a:extLst>
              <a:ext uri="{FF2B5EF4-FFF2-40B4-BE49-F238E27FC236}">
                <a16:creationId xmlns:a16="http://schemas.microsoft.com/office/drawing/2014/main" id="{E2C1F745-7FB5-F34D-E5A9-81430EE46642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>
            <a:off x="6436865" y="3963878"/>
            <a:ext cx="581528" cy="121571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fik 26">
            <a:extLst>
              <a:ext uri="{FF2B5EF4-FFF2-40B4-BE49-F238E27FC236}">
                <a16:creationId xmlns:a16="http://schemas.microsoft.com/office/drawing/2014/main" id="{3B0CE45F-EAD0-E483-1727-234AEEF112BE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6853" y="4533215"/>
            <a:ext cx="1309016" cy="13090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5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5A091-3693-A598-5852-37FB3737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5">
            <a:extLst>
              <a:ext uri="{FF2B5EF4-FFF2-40B4-BE49-F238E27FC236}">
                <a16:creationId xmlns:a16="http://schemas.microsoft.com/office/drawing/2014/main" id="{FBDD13BA-0D15-805D-9E96-9C502E60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Agenten Cluster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F143C6F-365B-5E81-D0C1-327734F06E03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41E383-BCBA-4D31-5E92-FFBAA709D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216" name="Gruppieren 215">
            <a:extLst>
              <a:ext uri="{FF2B5EF4-FFF2-40B4-BE49-F238E27FC236}">
                <a16:creationId xmlns:a16="http://schemas.microsoft.com/office/drawing/2014/main" id="{9932271D-34D7-76EE-CB8F-D9D8CD0BF02D}"/>
              </a:ext>
            </a:extLst>
          </p:cNvPr>
          <p:cNvGrpSpPr/>
          <p:nvPr/>
        </p:nvGrpSpPr>
        <p:grpSpPr>
          <a:xfrm>
            <a:off x="626714" y="1636053"/>
            <a:ext cx="1275109" cy="2131406"/>
            <a:chOff x="1027698" y="2440395"/>
            <a:chExt cx="1275109" cy="2131406"/>
          </a:xfrm>
        </p:grpSpPr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F7C851E6-2E3C-50B6-C8CB-2BCD7809A7AF}"/>
                </a:ext>
              </a:extLst>
            </p:cNvPr>
            <p:cNvGrpSpPr/>
            <p:nvPr/>
          </p:nvGrpSpPr>
          <p:grpSpPr>
            <a:xfrm>
              <a:off x="1027698" y="2440395"/>
              <a:ext cx="1275109" cy="1423432"/>
              <a:chOff x="2841508" y="3628365"/>
              <a:chExt cx="1275109" cy="1423432"/>
            </a:xfrm>
          </p:grpSpPr>
          <p:cxnSp>
            <p:nvCxnSpPr>
              <p:cNvPr id="135" name="Gerade Verbindung 134">
                <a:extLst>
                  <a:ext uri="{FF2B5EF4-FFF2-40B4-BE49-F238E27FC236}">
                    <a16:creationId xmlns:a16="http://schemas.microsoft.com/office/drawing/2014/main" id="{E9329BB2-F00B-661B-FE9B-241985C7B2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7780" y="4647062"/>
                <a:ext cx="504837" cy="262612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 Verbindung 47">
                <a:extLst>
                  <a:ext uri="{FF2B5EF4-FFF2-40B4-BE49-F238E27FC236}">
                    <a16:creationId xmlns:a16="http://schemas.microsoft.com/office/drawing/2014/main" id="{8354A795-8F4E-C28F-8E18-50A028F51E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88898" y="4666317"/>
                <a:ext cx="479719" cy="243357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 Verbindung 78">
                <a:extLst>
                  <a:ext uri="{FF2B5EF4-FFF2-40B4-BE49-F238E27FC236}">
                    <a16:creationId xmlns:a16="http://schemas.microsoft.com/office/drawing/2014/main" id="{AA7ECF01-2355-12B8-5DE2-1ACC728E52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8898" y="4117222"/>
                <a:ext cx="0" cy="527231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 Verbindung 83">
                <a:extLst>
                  <a:ext uri="{FF2B5EF4-FFF2-40B4-BE49-F238E27FC236}">
                    <a16:creationId xmlns:a16="http://schemas.microsoft.com/office/drawing/2014/main" id="{12B2E435-5112-602F-2B4E-9C7E33302360}"/>
                  </a:ext>
                </a:extLst>
              </p:cNvPr>
              <p:cNvCxnSpPr>
                <a:cxnSpLocks/>
                <a:stCxn id="78" idx="4"/>
              </p:cNvCxnSpPr>
              <p:nvPr/>
            </p:nvCxnSpPr>
            <p:spPr>
              <a:xfrm>
                <a:off x="3458544" y="4541329"/>
                <a:ext cx="0" cy="366468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 Verbindung 86">
                <a:extLst>
                  <a:ext uri="{FF2B5EF4-FFF2-40B4-BE49-F238E27FC236}">
                    <a16:creationId xmlns:a16="http://schemas.microsoft.com/office/drawing/2014/main" id="{C8E8A84B-53C9-947E-7614-6A27FCE120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4251" y="4109467"/>
                <a:ext cx="475455" cy="249571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Gerade Verbindung 137">
                <a:extLst>
                  <a:ext uri="{FF2B5EF4-FFF2-40B4-BE49-F238E27FC236}">
                    <a16:creationId xmlns:a16="http://schemas.microsoft.com/office/drawing/2014/main" id="{4BCDCC8D-309B-C0AF-4EED-EC9377C30C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2617" y="4060365"/>
                <a:ext cx="0" cy="584088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 Verbindung 141">
                <a:extLst>
                  <a:ext uri="{FF2B5EF4-FFF2-40B4-BE49-F238E27FC236}">
                    <a16:creationId xmlns:a16="http://schemas.microsoft.com/office/drawing/2014/main" id="{D1D00EF2-E24F-A37E-DD16-58536D39E5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8544" y="4056341"/>
                <a:ext cx="514073" cy="302697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 Verbindung 144">
                <a:extLst>
                  <a:ext uri="{FF2B5EF4-FFF2-40B4-BE49-F238E27FC236}">
                    <a16:creationId xmlns:a16="http://schemas.microsoft.com/office/drawing/2014/main" id="{4E051477-898C-0048-A908-68A85A6462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3862" y="3781554"/>
                <a:ext cx="474681" cy="347663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 Verbindung 147">
                <a:extLst>
                  <a:ext uri="{FF2B5EF4-FFF2-40B4-BE49-F238E27FC236}">
                    <a16:creationId xmlns:a16="http://schemas.microsoft.com/office/drawing/2014/main" id="{13A296A6-DF1D-B7DB-8ACE-3F2F42BCE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3581" y="3774242"/>
                <a:ext cx="509035" cy="279110"/>
              </a:xfrm>
              <a:prstGeom prst="line">
                <a:avLst/>
              </a:prstGeom>
              <a:ln w="50800" cap="rnd"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6DA018A-7A95-4408-21A6-CC098A4BB7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3916365"/>
                <a:ext cx="288000" cy="288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D6D73C92-2749-9539-E474-BDBC594FC3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3628365"/>
                <a:ext cx="288000" cy="288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6992F461-5648-FED0-29C9-09FE4FAF00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78544" y="4181329"/>
                <a:ext cx="360000" cy="360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79959" h="179959"/>
                <a:bevelB w="179959" h="179959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C9E88AF1-5B08-ABEC-8DD7-D9F09A6D8B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4500453"/>
                <a:ext cx="288000" cy="288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0BF00450-9E7E-626E-9CB6-D6A65A7D0E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3973222"/>
                <a:ext cx="288000" cy="288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8F0D937C-3EF2-AFC3-F1B1-875D48DC3C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4500272"/>
                <a:ext cx="288000" cy="288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5D57C5AF-37C9-70F2-8863-A811EBEEBF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4763797"/>
                <a:ext cx="288000" cy="288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12" name="Textfeld 211">
              <a:extLst>
                <a:ext uri="{FF2B5EF4-FFF2-40B4-BE49-F238E27FC236}">
                  <a16:creationId xmlns:a16="http://schemas.microsoft.com/office/drawing/2014/main" id="{1F9065F3-DBA5-E744-CA1D-E2C40C0AB91A}"/>
                </a:ext>
              </a:extLst>
            </p:cNvPr>
            <p:cNvSpPr txBox="1"/>
            <p:nvPr/>
          </p:nvSpPr>
          <p:spPr>
            <a:xfrm>
              <a:off x="1134817" y="4048581"/>
              <a:ext cx="1019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400" b="1" dirty="0" err="1">
                  <a:solidFill>
                    <a:schemeClr val="accent1"/>
                  </a:solidFill>
                </a:rPr>
                <a:t>TopLogic</a:t>
              </a:r>
              <a:r>
                <a:rPr lang="de-DE" sz="1400" b="1" dirty="0">
                  <a:solidFill>
                    <a:schemeClr val="accent1"/>
                  </a:solidFill>
                </a:rPr>
                <a:t> </a:t>
              </a:r>
              <a:br>
                <a:rPr lang="de-DE" sz="1400" b="1" dirty="0">
                  <a:solidFill>
                    <a:schemeClr val="accent1"/>
                  </a:solidFill>
                </a:rPr>
              </a:br>
              <a:r>
                <a:rPr lang="de-DE" sz="1400" b="1" dirty="0">
                  <a:solidFill>
                    <a:schemeClr val="accent1"/>
                  </a:solidFill>
                </a:rPr>
                <a:t>Agenten</a:t>
              </a:r>
            </a:p>
          </p:txBody>
        </p:sp>
      </p:grpSp>
      <p:grpSp>
        <p:nvGrpSpPr>
          <p:cNvPr id="217" name="Gruppieren 216">
            <a:extLst>
              <a:ext uri="{FF2B5EF4-FFF2-40B4-BE49-F238E27FC236}">
                <a16:creationId xmlns:a16="http://schemas.microsoft.com/office/drawing/2014/main" id="{22D682C7-83E4-469D-22FC-C8EA4041608A}"/>
              </a:ext>
            </a:extLst>
          </p:cNvPr>
          <p:cNvGrpSpPr/>
          <p:nvPr/>
        </p:nvGrpSpPr>
        <p:grpSpPr>
          <a:xfrm>
            <a:off x="626714" y="4058075"/>
            <a:ext cx="1275109" cy="2131406"/>
            <a:chOff x="3471095" y="2440395"/>
            <a:chExt cx="1275109" cy="2131406"/>
          </a:xfrm>
        </p:grpSpPr>
        <p:grpSp>
          <p:nvGrpSpPr>
            <p:cNvPr id="161" name="Gruppieren 160">
              <a:extLst>
                <a:ext uri="{FF2B5EF4-FFF2-40B4-BE49-F238E27FC236}">
                  <a16:creationId xmlns:a16="http://schemas.microsoft.com/office/drawing/2014/main" id="{02AD7E2D-3401-E0E6-88AE-0A645CF4F058}"/>
                </a:ext>
              </a:extLst>
            </p:cNvPr>
            <p:cNvGrpSpPr/>
            <p:nvPr/>
          </p:nvGrpSpPr>
          <p:grpSpPr>
            <a:xfrm>
              <a:off x="3471095" y="2440395"/>
              <a:ext cx="1275109" cy="1423432"/>
              <a:chOff x="2841508" y="3628365"/>
              <a:chExt cx="1275109" cy="1423432"/>
            </a:xfrm>
          </p:grpSpPr>
          <p:cxnSp>
            <p:nvCxnSpPr>
              <p:cNvPr id="162" name="Gerade Verbindung 161">
                <a:extLst>
                  <a:ext uri="{FF2B5EF4-FFF2-40B4-BE49-F238E27FC236}">
                    <a16:creationId xmlns:a16="http://schemas.microsoft.com/office/drawing/2014/main" id="{6809B129-09AB-1666-10D6-04AA9AE027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7780" y="4647062"/>
                <a:ext cx="504837" cy="262612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162">
                <a:extLst>
                  <a:ext uri="{FF2B5EF4-FFF2-40B4-BE49-F238E27FC236}">
                    <a16:creationId xmlns:a16="http://schemas.microsoft.com/office/drawing/2014/main" id="{628F0F37-31CD-A40F-8507-6D9055A054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88898" y="4666317"/>
                <a:ext cx="479719" cy="243357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163">
                <a:extLst>
                  <a:ext uri="{FF2B5EF4-FFF2-40B4-BE49-F238E27FC236}">
                    <a16:creationId xmlns:a16="http://schemas.microsoft.com/office/drawing/2014/main" id="{2751F082-53F1-818A-AFD0-86D6940A45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8898" y="4117222"/>
                <a:ext cx="0" cy="527231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164">
                <a:extLst>
                  <a:ext uri="{FF2B5EF4-FFF2-40B4-BE49-F238E27FC236}">
                    <a16:creationId xmlns:a16="http://schemas.microsoft.com/office/drawing/2014/main" id="{BC6FE681-6502-0050-F0DB-F04691E1B9EE}"/>
                  </a:ext>
                </a:extLst>
              </p:cNvPr>
              <p:cNvCxnSpPr>
                <a:cxnSpLocks/>
                <a:stCxn id="173" idx="4"/>
              </p:cNvCxnSpPr>
              <p:nvPr/>
            </p:nvCxnSpPr>
            <p:spPr>
              <a:xfrm>
                <a:off x="3458544" y="4541329"/>
                <a:ext cx="0" cy="366468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165">
                <a:extLst>
                  <a:ext uri="{FF2B5EF4-FFF2-40B4-BE49-F238E27FC236}">
                    <a16:creationId xmlns:a16="http://schemas.microsoft.com/office/drawing/2014/main" id="{E8A842C8-D58E-FB86-B1B1-5DDB19F86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4251" y="4109467"/>
                <a:ext cx="475455" cy="249571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166">
                <a:extLst>
                  <a:ext uri="{FF2B5EF4-FFF2-40B4-BE49-F238E27FC236}">
                    <a16:creationId xmlns:a16="http://schemas.microsoft.com/office/drawing/2014/main" id="{E7DAEE3A-48D9-5E7F-1B15-8A0468A497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2617" y="4060365"/>
                <a:ext cx="0" cy="584088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 Verbindung 167">
                <a:extLst>
                  <a:ext uri="{FF2B5EF4-FFF2-40B4-BE49-F238E27FC236}">
                    <a16:creationId xmlns:a16="http://schemas.microsoft.com/office/drawing/2014/main" id="{F689D326-E347-9F34-6059-A28C8B26A9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8544" y="4056341"/>
                <a:ext cx="514073" cy="302697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168">
                <a:extLst>
                  <a:ext uri="{FF2B5EF4-FFF2-40B4-BE49-F238E27FC236}">
                    <a16:creationId xmlns:a16="http://schemas.microsoft.com/office/drawing/2014/main" id="{AA5AF2AA-D2CB-E76C-CBBF-40A7CFA807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3862" y="3781554"/>
                <a:ext cx="474681" cy="347663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169">
                <a:extLst>
                  <a:ext uri="{FF2B5EF4-FFF2-40B4-BE49-F238E27FC236}">
                    <a16:creationId xmlns:a16="http://schemas.microsoft.com/office/drawing/2014/main" id="{49AC33BA-434B-7D05-4FC0-801E6464A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3581" y="3774242"/>
                <a:ext cx="509035" cy="279110"/>
              </a:xfrm>
              <a:prstGeom prst="line">
                <a:avLst/>
              </a:prstGeom>
              <a:ln w="50800" cap="rnd">
                <a:solidFill>
                  <a:schemeClr val="accent3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8BF60FA7-0967-B5BF-A577-543F34C567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3916365"/>
                <a:ext cx="288000" cy="28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B0A83ACE-D9DB-2ED2-15BD-53947A4F49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3628365"/>
                <a:ext cx="288000" cy="28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91F8E2AA-7434-231E-2812-D0D5968F41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78544" y="4181329"/>
                <a:ext cx="360000" cy="360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79959" h="179959"/>
                <a:bevelB w="179959" h="179959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46E20EF6-D0A8-770A-0F2D-20E550B10B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4500453"/>
                <a:ext cx="288000" cy="28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BD2C7E39-460C-79D0-8326-8FE224DA77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3973222"/>
                <a:ext cx="288000" cy="28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29E12C50-7C54-70A5-91FB-E903DB89FC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4500272"/>
                <a:ext cx="288000" cy="28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22172A5E-3D5E-0AAD-570F-62C07FC384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4763797"/>
                <a:ext cx="288000" cy="28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13" name="Textfeld 212">
              <a:extLst>
                <a:ext uri="{FF2B5EF4-FFF2-40B4-BE49-F238E27FC236}">
                  <a16:creationId xmlns:a16="http://schemas.microsoft.com/office/drawing/2014/main" id="{8BA61640-B3B5-A839-128B-00598E250355}"/>
                </a:ext>
              </a:extLst>
            </p:cNvPr>
            <p:cNvSpPr txBox="1"/>
            <p:nvPr/>
          </p:nvSpPr>
          <p:spPr>
            <a:xfrm>
              <a:off x="3542665" y="4048581"/>
              <a:ext cx="10759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400" b="1" dirty="0">
                  <a:solidFill>
                    <a:schemeClr val="accent3"/>
                  </a:solidFill>
                </a:rPr>
                <a:t>Fachliche </a:t>
              </a:r>
              <a:br>
                <a:rPr lang="de-DE" sz="1400" b="1" dirty="0">
                  <a:solidFill>
                    <a:schemeClr val="accent3"/>
                  </a:solidFill>
                </a:rPr>
              </a:br>
              <a:r>
                <a:rPr lang="de-DE" sz="1400" b="1" dirty="0">
                  <a:solidFill>
                    <a:schemeClr val="accent3"/>
                  </a:solidFill>
                </a:rPr>
                <a:t>Agenten</a:t>
              </a:r>
            </a:p>
          </p:txBody>
        </p:sp>
      </p:grp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5358A5A3-0B28-60DE-D09D-5745AE628B9E}"/>
              </a:ext>
            </a:extLst>
          </p:cNvPr>
          <p:cNvGrpSpPr/>
          <p:nvPr/>
        </p:nvGrpSpPr>
        <p:grpSpPr>
          <a:xfrm>
            <a:off x="2256788" y="1621061"/>
            <a:ext cx="1275109" cy="2131406"/>
            <a:chOff x="5281158" y="2440395"/>
            <a:chExt cx="1275109" cy="2131406"/>
          </a:xfrm>
        </p:grpSpPr>
        <p:grpSp>
          <p:nvGrpSpPr>
            <p:cNvPr id="178" name="Gruppieren 177">
              <a:extLst>
                <a:ext uri="{FF2B5EF4-FFF2-40B4-BE49-F238E27FC236}">
                  <a16:creationId xmlns:a16="http://schemas.microsoft.com/office/drawing/2014/main" id="{F7A41D86-E8F4-D1E0-21F4-60B66FC07673}"/>
                </a:ext>
              </a:extLst>
            </p:cNvPr>
            <p:cNvGrpSpPr/>
            <p:nvPr/>
          </p:nvGrpSpPr>
          <p:grpSpPr>
            <a:xfrm>
              <a:off x="5281158" y="2440395"/>
              <a:ext cx="1275109" cy="1423432"/>
              <a:chOff x="2841508" y="3628365"/>
              <a:chExt cx="1275109" cy="1423432"/>
            </a:xfrm>
          </p:grpSpPr>
          <p:cxnSp>
            <p:nvCxnSpPr>
              <p:cNvPr id="179" name="Gerade Verbindung 178">
                <a:extLst>
                  <a:ext uri="{FF2B5EF4-FFF2-40B4-BE49-F238E27FC236}">
                    <a16:creationId xmlns:a16="http://schemas.microsoft.com/office/drawing/2014/main" id="{F2F08858-3846-CA4D-22F9-F7994896DF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7780" y="4647062"/>
                <a:ext cx="504837" cy="262612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79">
                <a:extLst>
                  <a:ext uri="{FF2B5EF4-FFF2-40B4-BE49-F238E27FC236}">
                    <a16:creationId xmlns:a16="http://schemas.microsoft.com/office/drawing/2014/main" id="{C39C852A-DEA7-4762-558E-653997F28A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88898" y="4666317"/>
                <a:ext cx="479719" cy="243357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80">
                <a:extLst>
                  <a:ext uri="{FF2B5EF4-FFF2-40B4-BE49-F238E27FC236}">
                    <a16:creationId xmlns:a16="http://schemas.microsoft.com/office/drawing/2014/main" id="{95FF02E3-9A7D-85EA-CCDC-0044F45F8E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8898" y="4117222"/>
                <a:ext cx="0" cy="527231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 Verbindung 181">
                <a:extLst>
                  <a:ext uri="{FF2B5EF4-FFF2-40B4-BE49-F238E27FC236}">
                    <a16:creationId xmlns:a16="http://schemas.microsoft.com/office/drawing/2014/main" id="{25189554-5E76-6DCF-8B23-2D1604A4530C}"/>
                  </a:ext>
                </a:extLst>
              </p:cNvPr>
              <p:cNvCxnSpPr>
                <a:cxnSpLocks/>
                <a:stCxn id="190" idx="4"/>
              </p:cNvCxnSpPr>
              <p:nvPr/>
            </p:nvCxnSpPr>
            <p:spPr>
              <a:xfrm>
                <a:off x="3458544" y="4541329"/>
                <a:ext cx="0" cy="366468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 Verbindung 182">
                <a:extLst>
                  <a:ext uri="{FF2B5EF4-FFF2-40B4-BE49-F238E27FC236}">
                    <a16:creationId xmlns:a16="http://schemas.microsoft.com/office/drawing/2014/main" id="{B874D7C7-15F1-36BF-991A-7C9A5ADEE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4251" y="4109467"/>
                <a:ext cx="475455" cy="249571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 Verbindung 183">
                <a:extLst>
                  <a:ext uri="{FF2B5EF4-FFF2-40B4-BE49-F238E27FC236}">
                    <a16:creationId xmlns:a16="http://schemas.microsoft.com/office/drawing/2014/main" id="{09ECE0A6-53F3-E9BE-7DDD-5AB1F4EA39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2617" y="4060365"/>
                <a:ext cx="0" cy="584088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 Verbindung 184">
                <a:extLst>
                  <a:ext uri="{FF2B5EF4-FFF2-40B4-BE49-F238E27FC236}">
                    <a16:creationId xmlns:a16="http://schemas.microsoft.com/office/drawing/2014/main" id="{7F164DB0-5674-585B-6F94-062E88CB94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8544" y="4056341"/>
                <a:ext cx="514073" cy="302697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 Verbindung 185">
                <a:extLst>
                  <a:ext uri="{FF2B5EF4-FFF2-40B4-BE49-F238E27FC236}">
                    <a16:creationId xmlns:a16="http://schemas.microsoft.com/office/drawing/2014/main" id="{B484FFFD-8D6F-0BB9-C2D3-5415266ACD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3862" y="3781554"/>
                <a:ext cx="474681" cy="347663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 Verbindung 186">
                <a:extLst>
                  <a:ext uri="{FF2B5EF4-FFF2-40B4-BE49-F238E27FC236}">
                    <a16:creationId xmlns:a16="http://schemas.microsoft.com/office/drawing/2014/main" id="{AB61C085-AC9D-93B6-502C-EF4BAF1E01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3581" y="3774242"/>
                <a:ext cx="509035" cy="279110"/>
              </a:xfrm>
              <a:prstGeom prst="line">
                <a:avLst/>
              </a:prstGeom>
              <a:ln w="50800" cap="rnd">
                <a:solidFill>
                  <a:schemeClr val="accent2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97962D5A-2787-7E82-FC90-87FC654812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3916365"/>
                <a:ext cx="288000" cy="28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D6020998-9E5B-9188-9869-D76AF7C6F8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3628365"/>
                <a:ext cx="288000" cy="28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F9C63813-46F3-3209-11EF-F41A852C4C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78544" y="4181329"/>
                <a:ext cx="360000" cy="360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79959" h="179959"/>
                <a:bevelB w="179959" h="179959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A76B8305-FC55-F689-AF11-87F9EC5C21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4500453"/>
                <a:ext cx="288000" cy="28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86518393-C7A9-C252-95F0-0D7160E40A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3973222"/>
                <a:ext cx="288000" cy="28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DD16FE8A-83F2-A14E-3FF8-B8EE0204D6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4500272"/>
                <a:ext cx="288000" cy="28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181E3767-052F-259C-EC5C-75FBB3B78E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4763797"/>
                <a:ext cx="288000" cy="28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14" name="Textfeld 213">
              <a:extLst>
                <a:ext uri="{FF2B5EF4-FFF2-40B4-BE49-F238E27FC236}">
                  <a16:creationId xmlns:a16="http://schemas.microsoft.com/office/drawing/2014/main" id="{2CD9559D-F24C-D38A-65F5-13982D44F739}"/>
                </a:ext>
              </a:extLst>
            </p:cNvPr>
            <p:cNvSpPr txBox="1"/>
            <p:nvPr/>
          </p:nvSpPr>
          <p:spPr>
            <a:xfrm>
              <a:off x="5433702" y="4048581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400" b="1" dirty="0">
                  <a:solidFill>
                    <a:schemeClr val="accent2"/>
                  </a:solidFill>
                </a:rPr>
                <a:t>UI UX </a:t>
              </a:r>
              <a:br>
                <a:rPr lang="de-DE" sz="1400" b="1" dirty="0">
                  <a:solidFill>
                    <a:schemeClr val="accent2"/>
                  </a:solidFill>
                </a:rPr>
              </a:br>
              <a:r>
                <a:rPr lang="de-DE" sz="1400" b="1" dirty="0">
                  <a:solidFill>
                    <a:schemeClr val="accent2"/>
                  </a:solidFill>
                </a:rPr>
                <a:t>Agenten</a:t>
              </a:r>
            </a:p>
          </p:txBody>
        </p:sp>
      </p:grpSp>
      <p:grpSp>
        <p:nvGrpSpPr>
          <p:cNvPr id="219" name="Gruppieren 218">
            <a:extLst>
              <a:ext uri="{FF2B5EF4-FFF2-40B4-BE49-F238E27FC236}">
                <a16:creationId xmlns:a16="http://schemas.microsoft.com/office/drawing/2014/main" id="{A283E9DB-5C9F-7984-968E-6DC60C9CD454}"/>
              </a:ext>
            </a:extLst>
          </p:cNvPr>
          <p:cNvGrpSpPr/>
          <p:nvPr/>
        </p:nvGrpSpPr>
        <p:grpSpPr>
          <a:xfrm>
            <a:off x="2245505" y="4058075"/>
            <a:ext cx="1275109" cy="2131406"/>
            <a:chOff x="7136191" y="2440395"/>
            <a:chExt cx="1275109" cy="2131406"/>
          </a:xfrm>
        </p:grpSpPr>
        <p:grpSp>
          <p:nvGrpSpPr>
            <p:cNvPr id="195" name="Gruppieren 194">
              <a:extLst>
                <a:ext uri="{FF2B5EF4-FFF2-40B4-BE49-F238E27FC236}">
                  <a16:creationId xmlns:a16="http://schemas.microsoft.com/office/drawing/2014/main" id="{C5513B55-7443-0821-9F40-78FD335BBE89}"/>
                </a:ext>
              </a:extLst>
            </p:cNvPr>
            <p:cNvGrpSpPr/>
            <p:nvPr/>
          </p:nvGrpSpPr>
          <p:grpSpPr>
            <a:xfrm>
              <a:off x="7136191" y="2440395"/>
              <a:ext cx="1275109" cy="1423432"/>
              <a:chOff x="2841508" y="3628365"/>
              <a:chExt cx="1275109" cy="1423432"/>
            </a:xfrm>
          </p:grpSpPr>
          <p:cxnSp>
            <p:nvCxnSpPr>
              <p:cNvPr id="196" name="Gerade Verbindung 195">
                <a:extLst>
                  <a:ext uri="{FF2B5EF4-FFF2-40B4-BE49-F238E27FC236}">
                    <a16:creationId xmlns:a16="http://schemas.microsoft.com/office/drawing/2014/main" id="{F151F886-6B7E-7B66-B330-4DC3516752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7780" y="4647062"/>
                <a:ext cx="504837" cy="262612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Gerade Verbindung 196">
                <a:extLst>
                  <a:ext uri="{FF2B5EF4-FFF2-40B4-BE49-F238E27FC236}">
                    <a16:creationId xmlns:a16="http://schemas.microsoft.com/office/drawing/2014/main" id="{34E5C261-5484-6EDA-1CA1-4F8243B24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88898" y="4666317"/>
                <a:ext cx="479719" cy="243357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Gerade Verbindung 197">
                <a:extLst>
                  <a:ext uri="{FF2B5EF4-FFF2-40B4-BE49-F238E27FC236}">
                    <a16:creationId xmlns:a16="http://schemas.microsoft.com/office/drawing/2014/main" id="{FB9EED6E-C372-C457-FD59-17B30E44E2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8898" y="4117222"/>
                <a:ext cx="0" cy="527231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Gerade Verbindung 198">
                <a:extLst>
                  <a:ext uri="{FF2B5EF4-FFF2-40B4-BE49-F238E27FC236}">
                    <a16:creationId xmlns:a16="http://schemas.microsoft.com/office/drawing/2014/main" id="{EB9068FE-AEC1-6FC9-6783-366C1D14434F}"/>
                  </a:ext>
                </a:extLst>
              </p:cNvPr>
              <p:cNvCxnSpPr>
                <a:cxnSpLocks/>
                <a:stCxn id="207" idx="4"/>
              </p:cNvCxnSpPr>
              <p:nvPr/>
            </p:nvCxnSpPr>
            <p:spPr>
              <a:xfrm>
                <a:off x="3458544" y="4541329"/>
                <a:ext cx="0" cy="366468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Gerade Verbindung 199">
                <a:extLst>
                  <a:ext uri="{FF2B5EF4-FFF2-40B4-BE49-F238E27FC236}">
                    <a16:creationId xmlns:a16="http://schemas.microsoft.com/office/drawing/2014/main" id="{BAAEEAF7-8CBA-0380-C595-B0B5A82CE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4251" y="4109467"/>
                <a:ext cx="475455" cy="249571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Gerade Verbindung 200">
                <a:extLst>
                  <a:ext uri="{FF2B5EF4-FFF2-40B4-BE49-F238E27FC236}">
                    <a16:creationId xmlns:a16="http://schemas.microsoft.com/office/drawing/2014/main" id="{6B194233-8617-58F7-0D51-067BCBFB51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2617" y="4060365"/>
                <a:ext cx="0" cy="584088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Gerade Verbindung 201">
                <a:extLst>
                  <a:ext uri="{FF2B5EF4-FFF2-40B4-BE49-F238E27FC236}">
                    <a16:creationId xmlns:a16="http://schemas.microsoft.com/office/drawing/2014/main" id="{D1EC370D-1E4B-6047-315C-CE91623B55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8544" y="4056341"/>
                <a:ext cx="514073" cy="302697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Gerade Verbindung 202">
                <a:extLst>
                  <a:ext uri="{FF2B5EF4-FFF2-40B4-BE49-F238E27FC236}">
                    <a16:creationId xmlns:a16="http://schemas.microsoft.com/office/drawing/2014/main" id="{D3AB580D-6641-A6C2-F277-419E19C356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3862" y="3781554"/>
                <a:ext cx="474681" cy="347663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Gerade Verbindung 203">
                <a:extLst>
                  <a:ext uri="{FF2B5EF4-FFF2-40B4-BE49-F238E27FC236}">
                    <a16:creationId xmlns:a16="http://schemas.microsoft.com/office/drawing/2014/main" id="{AFECFE62-D5F9-E927-F5AD-0BD3B8AA0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3581" y="3774242"/>
                <a:ext cx="509035" cy="279110"/>
              </a:xfrm>
              <a:prstGeom prst="line">
                <a:avLst/>
              </a:prstGeom>
              <a:ln w="50800" cap="rnd">
                <a:solidFill>
                  <a:srgbClr val="7030A0"/>
                </a:solidFill>
                <a:round/>
              </a:ln>
              <a:scene3d>
                <a:camera prst="orthographicFront"/>
                <a:lightRig rig="threePt" dir="t"/>
              </a:scene3d>
              <a:sp3d prstMaterial="matte">
                <a:bevelT/>
                <a:bevelB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A1AFE2D4-FFF1-07FE-F6EF-DC8357108F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3916365"/>
                <a:ext cx="288000" cy="288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7428B0FF-23DC-3606-B48C-672C559EEE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3628365"/>
                <a:ext cx="288000" cy="288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654EFB9-FD44-4D73-A4E3-324331BBE4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78544" y="4181329"/>
                <a:ext cx="360000" cy="360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79959" h="179959"/>
                <a:bevelB w="179959" h="179959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472E8B64-0D06-555F-7A25-3D00987923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8617" y="4500453"/>
                <a:ext cx="288000" cy="288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37067F0A-5D4C-BD18-82A6-8C7990BC13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3973222"/>
                <a:ext cx="288000" cy="288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62089966-3171-B1F4-E87B-1D71711D289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41508" y="4500272"/>
                <a:ext cx="288000" cy="288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CDA349A-36EF-165C-84A2-C1B5FFDB13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4544" y="4763797"/>
                <a:ext cx="288000" cy="288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matte">
                <a:bevelT w="143510" h="143510"/>
                <a:bevelB w="143510" h="14351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15" name="Textfeld 214">
              <a:extLst>
                <a:ext uri="{FF2B5EF4-FFF2-40B4-BE49-F238E27FC236}">
                  <a16:creationId xmlns:a16="http://schemas.microsoft.com/office/drawing/2014/main" id="{C26EFC66-01E1-8EEE-EEBB-B8E51BB7057F}"/>
                </a:ext>
              </a:extLst>
            </p:cNvPr>
            <p:cNvSpPr txBox="1"/>
            <p:nvPr/>
          </p:nvSpPr>
          <p:spPr>
            <a:xfrm>
              <a:off x="7189092" y="4048581"/>
              <a:ext cx="11432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400" b="1" dirty="0">
                  <a:solidFill>
                    <a:srgbClr val="7030A0"/>
                  </a:solidFill>
                </a:rPr>
                <a:t>Consulting</a:t>
              </a:r>
              <a:br>
                <a:rPr lang="de-DE" sz="1400" b="1" dirty="0">
                  <a:solidFill>
                    <a:srgbClr val="7030A0"/>
                  </a:solidFill>
                </a:rPr>
              </a:br>
              <a:r>
                <a:rPr lang="de-DE" sz="1400" b="1" dirty="0">
                  <a:solidFill>
                    <a:srgbClr val="7030A0"/>
                  </a:solidFill>
                </a:rPr>
                <a:t>Agenten</a:t>
              </a:r>
            </a:p>
          </p:txBody>
        </p:sp>
      </p:grpSp>
      <p:sp>
        <p:nvSpPr>
          <p:cNvPr id="220" name="Abgerundetes Rechteck 53">
            <a:extLst>
              <a:ext uri="{FF2B5EF4-FFF2-40B4-BE49-F238E27FC236}">
                <a16:creationId xmlns:a16="http://schemas.microsoft.com/office/drawing/2014/main" id="{9F85391F-4150-003A-771E-9AF936032F29}"/>
              </a:ext>
            </a:extLst>
          </p:cNvPr>
          <p:cNvSpPr>
            <a:spLocks/>
          </p:cNvSpPr>
          <p:nvPr/>
        </p:nvSpPr>
        <p:spPr>
          <a:xfrm>
            <a:off x="4589125" y="1789242"/>
            <a:ext cx="1440000" cy="313767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</p:spPr>
        <p:txBody>
          <a:bodyPr wrap="none" lIns="144000" tIns="72000" rIns="144000" bIns="72000" rtlCol="0" anchor="ctr" anchorCtr="0">
            <a:spAutoFit/>
          </a:bodyPr>
          <a:lstStyle/>
          <a:p>
            <a:pPr lvl="0" algn="ctr">
              <a:defRPr/>
            </a:pPr>
            <a:r>
              <a:rPr lang="de-DE" sz="10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Cluster</a:t>
            </a:r>
          </a:p>
        </p:txBody>
      </p:sp>
      <p:sp>
        <p:nvSpPr>
          <p:cNvPr id="221" name="Abgerundetes Rechteck 53">
            <a:extLst>
              <a:ext uri="{FF2B5EF4-FFF2-40B4-BE49-F238E27FC236}">
                <a16:creationId xmlns:a16="http://schemas.microsoft.com/office/drawing/2014/main" id="{1AB16327-A86C-5361-CE00-5F75BCE53083}"/>
              </a:ext>
            </a:extLst>
          </p:cNvPr>
          <p:cNvSpPr>
            <a:spLocks/>
          </p:cNvSpPr>
          <p:nvPr/>
        </p:nvSpPr>
        <p:spPr>
          <a:xfrm>
            <a:off x="6030886" y="1784043"/>
            <a:ext cx="1440000" cy="313767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</p:spPr>
        <p:txBody>
          <a:bodyPr wrap="none" lIns="144000" tIns="72000" rIns="144000" bIns="72000" rtlCol="0" anchor="ctr" anchorCtr="0">
            <a:spAutoFit/>
          </a:bodyPr>
          <a:lstStyle/>
          <a:p>
            <a:pPr lvl="0" algn="ctr">
              <a:defRPr/>
            </a:pPr>
            <a:r>
              <a:rPr lang="de-DE" sz="10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Agent</a:t>
            </a:r>
          </a:p>
        </p:txBody>
      </p:sp>
      <p:sp>
        <p:nvSpPr>
          <p:cNvPr id="222" name="Abgerundetes Rechteck 53">
            <a:extLst>
              <a:ext uri="{FF2B5EF4-FFF2-40B4-BE49-F238E27FC236}">
                <a16:creationId xmlns:a16="http://schemas.microsoft.com/office/drawing/2014/main" id="{37F6D5C7-9A6D-0560-51BF-D5E6A32DD5A3}"/>
              </a:ext>
            </a:extLst>
          </p:cNvPr>
          <p:cNvSpPr>
            <a:spLocks/>
          </p:cNvSpPr>
          <p:nvPr/>
        </p:nvSpPr>
        <p:spPr>
          <a:xfrm>
            <a:off x="7470886" y="1784043"/>
            <a:ext cx="1440000" cy="313767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</p:spPr>
        <p:txBody>
          <a:bodyPr wrap="none" lIns="144000" tIns="72000" rIns="144000" bIns="72000" rtlCol="0" anchor="ctr" anchorCtr="0">
            <a:spAutoFit/>
          </a:bodyPr>
          <a:lstStyle/>
          <a:p>
            <a:pPr lvl="0" algn="ctr">
              <a:defRPr/>
            </a:pPr>
            <a:r>
              <a:rPr lang="de-DE" sz="10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Zweck</a:t>
            </a:r>
          </a:p>
        </p:txBody>
      </p:sp>
      <p:sp>
        <p:nvSpPr>
          <p:cNvPr id="223" name="Abgerundetes Rechteck 53">
            <a:extLst>
              <a:ext uri="{FF2B5EF4-FFF2-40B4-BE49-F238E27FC236}">
                <a16:creationId xmlns:a16="http://schemas.microsoft.com/office/drawing/2014/main" id="{E8D87B65-410B-B58E-E2A9-4CA9607450D7}"/>
              </a:ext>
            </a:extLst>
          </p:cNvPr>
          <p:cNvSpPr>
            <a:spLocks/>
          </p:cNvSpPr>
          <p:nvPr/>
        </p:nvSpPr>
        <p:spPr>
          <a:xfrm>
            <a:off x="8910886" y="1784043"/>
            <a:ext cx="1440000" cy="313767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</p:spPr>
        <p:txBody>
          <a:bodyPr wrap="none" lIns="144000" tIns="72000" rIns="144000" bIns="72000" rtlCol="0" anchor="ctr" anchorCtr="0">
            <a:spAutoFit/>
          </a:bodyPr>
          <a:lstStyle/>
          <a:p>
            <a:pPr lvl="0" algn="ctr">
              <a:defRPr/>
            </a:pPr>
            <a:r>
              <a:rPr lang="de-DE" sz="10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Skills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4058B6C5-3B3E-6AEE-A12C-A1DDA8E7FDE0}"/>
              </a:ext>
            </a:extLst>
          </p:cNvPr>
          <p:cNvSpPr txBox="1"/>
          <p:nvPr/>
        </p:nvSpPr>
        <p:spPr>
          <a:xfrm>
            <a:off x="4589125" y="2271387"/>
            <a:ext cx="1319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 err="1">
                <a:solidFill>
                  <a:schemeClr val="accent1"/>
                </a:solidFill>
              </a:rPr>
              <a:t>TopLogic</a:t>
            </a:r>
            <a:r>
              <a:rPr lang="de-DE" sz="1000" b="1" dirty="0">
                <a:solidFill>
                  <a:schemeClr val="accent1"/>
                </a:solidFill>
              </a:rPr>
              <a:t> Agenten</a:t>
            </a:r>
          </a:p>
        </p:txBody>
      </p:sp>
      <p:sp>
        <p:nvSpPr>
          <p:cNvPr id="225" name="Textfeld 224">
            <a:extLst>
              <a:ext uri="{FF2B5EF4-FFF2-40B4-BE49-F238E27FC236}">
                <a16:creationId xmlns:a16="http://schemas.microsoft.com/office/drawing/2014/main" id="{FEC44E62-F4EB-52E3-0350-0C280B4AC203}"/>
              </a:ext>
            </a:extLst>
          </p:cNvPr>
          <p:cNvSpPr txBox="1"/>
          <p:nvPr/>
        </p:nvSpPr>
        <p:spPr>
          <a:xfrm>
            <a:off x="4589125" y="2826023"/>
            <a:ext cx="1356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3"/>
                </a:solidFill>
              </a:rPr>
              <a:t>Fachliche Agenten</a:t>
            </a:r>
          </a:p>
        </p:txBody>
      </p:sp>
      <p:sp>
        <p:nvSpPr>
          <p:cNvPr id="226" name="Textfeld 225">
            <a:extLst>
              <a:ext uri="{FF2B5EF4-FFF2-40B4-BE49-F238E27FC236}">
                <a16:creationId xmlns:a16="http://schemas.microsoft.com/office/drawing/2014/main" id="{B59B02CA-2EEB-96F3-7053-B3BCD6D8EB62}"/>
              </a:ext>
            </a:extLst>
          </p:cNvPr>
          <p:cNvSpPr txBox="1"/>
          <p:nvPr/>
        </p:nvSpPr>
        <p:spPr>
          <a:xfrm>
            <a:off x="4589125" y="3380659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2"/>
                </a:solidFill>
              </a:rPr>
              <a:t>UI UX Agenten</a:t>
            </a:r>
          </a:p>
        </p:txBody>
      </p:sp>
      <p:sp>
        <p:nvSpPr>
          <p:cNvPr id="227" name="Textfeld 226">
            <a:extLst>
              <a:ext uri="{FF2B5EF4-FFF2-40B4-BE49-F238E27FC236}">
                <a16:creationId xmlns:a16="http://schemas.microsoft.com/office/drawing/2014/main" id="{C817C1E6-DD80-803B-7DC8-1384B50493EB}"/>
              </a:ext>
            </a:extLst>
          </p:cNvPr>
          <p:cNvSpPr txBox="1"/>
          <p:nvPr/>
        </p:nvSpPr>
        <p:spPr>
          <a:xfrm>
            <a:off x="4589125" y="3939042"/>
            <a:ext cx="1441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7030A0"/>
                </a:solidFill>
              </a:rPr>
              <a:t>Consulting Agenten</a:t>
            </a:r>
          </a:p>
        </p:txBody>
      </p:sp>
    </p:spTree>
    <p:extLst>
      <p:ext uri="{BB962C8B-B14F-4D97-AF65-F5344CB8AC3E}">
        <p14:creationId xmlns:p14="http://schemas.microsoft.com/office/powerpoint/2010/main" val="426115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F95BD-B87E-6729-CCA9-FDB98536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5">
            <a:extLst>
              <a:ext uri="{FF2B5EF4-FFF2-40B4-BE49-F238E27FC236}">
                <a16:creationId xmlns:a16="http://schemas.microsoft.com/office/drawing/2014/main" id="{30DAA05A-AC3E-B443-43F8-A547EAD7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Planungsprozess &amp; Systeme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F3D3246-481F-8FEF-4D58-FF000C5AE350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5979CF-FC58-A583-016E-6F8B7BE8BD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E3317D-D2DE-CC45-59F9-E722651A60F8}"/>
              </a:ext>
            </a:extLst>
          </p:cNvPr>
          <p:cNvSpPr>
            <a:spLocks noChangeAspect="1"/>
          </p:cNvSpPr>
          <p:nvPr/>
        </p:nvSpPr>
        <p:spPr>
          <a:xfrm>
            <a:off x="11298835" y="1862527"/>
            <a:ext cx="180000" cy="180000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221AF4FE-1FEE-486C-32AA-1DC271C8970A}"/>
              </a:ext>
            </a:extLst>
          </p:cNvPr>
          <p:cNvCxnSpPr>
            <a:cxnSpLocks/>
            <a:stCxn id="10" idx="0"/>
            <a:endCxn id="6" idx="2"/>
          </p:cNvCxnSpPr>
          <p:nvPr/>
        </p:nvCxnSpPr>
        <p:spPr>
          <a:xfrm>
            <a:off x="963236" y="1952469"/>
            <a:ext cx="10335599" cy="58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reieck 9">
            <a:extLst>
              <a:ext uri="{FF2B5EF4-FFF2-40B4-BE49-F238E27FC236}">
                <a16:creationId xmlns:a16="http://schemas.microsoft.com/office/drawing/2014/main" id="{D4A503B3-F133-59F9-0DB6-7733397C8D2B}"/>
              </a:ext>
            </a:extLst>
          </p:cNvPr>
          <p:cNvSpPr>
            <a:spLocks noChangeAspect="1"/>
          </p:cNvSpPr>
          <p:nvPr/>
        </p:nvSpPr>
        <p:spPr>
          <a:xfrm rot="5400000">
            <a:off x="783236" y="1862469"/>
            <a:ext cx="180000" cy="180000"/>
          </a:xfrm>
          <a:prstGeom prst="triangl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2F87101-6428-CC36-A013-F4196632FD93}"/>
              </a:ext>
            </a:extLst>
          </p:cNvPr>
          <p:cNvSpPr txBox="1"/>
          <p:nvPr/>
        </p:nvSpPr>
        <p:spPr>
          <a:xfrm>
            <a:off x="532150" y="2068433"/>
            <a:ext cx="637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b="1" spc="300" dirty="0"/>
              <a:t>Start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53255B0-3BB3-681E-D2BC-9B6C50B10245}"/>
              </a:ext>
            </a:extLst>
          </p:cNvPr>
          <p:cNvSpPr txBox="1"/>
          <p:nvPr/>
        </p:nvSpPr>
        <p:spPr>
          <a:xfrm>
            <a:off x="11073982" y="2068433"/>
            <a:ext cx="637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b="1" spc="300" dirty="0"/>
              <a:t>Ziel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C1A9649-FCD6-76DC-804F-4FD9D8C5C2BD}"/>
              </a:ext>
            </a:extLst>
          </p:cNvPr>
          <p:cNvSpPr/>
          <p:nvPr/>
        </p:nvSpPr>
        <p:spPr>
          <a:xfrm>
            <a:off x="783236" y="2581601"/>
            <a:ext cx="1034606" cy="29929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72000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&lt;</a:t>
            </a:r>
            <a:r>
              <a:rPr lang="de-DE" sz="1000" dirty="0" err="1">
                <a:solidFill>
                  <a:schemeClr val="tx1"/>
                </a:solidFill>
              </a:rPr>
              <a:t>AppName</a:t>
            </a:r>
            <a:r>
              <a:rPr lang="de-DE" sz="1000" dirty="0">
                <a:solidFill>
                  <a:schemeClr val="tx1"/>
                </a:solidFill>
              </a:rPr>
              <a:t>&gt;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9DEF3DEB-1C6A-0D14-2F0A-45CD13CC9B56}"/>
              </a:ext>
            </a:extLst>
          </p:cNvPr>
          <p:cNvGrpSpPr/>
          <p:nvPr/>
        </p:nvGrpSpPr>
        <p:grpSpPr>
          <a:xfrm>
            <a:off x="828279" y="2835896"/>
            <a:ext cx="90000" cy="387724"/>
            <a:chOff x="828279" y="2835896"/>
            <a:chExt cx="90000" cy="38772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02B20D-1C19-C56D-9695-9B3EE9F761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279" y="2835896"/>
              <a:ext cx="90000" cy="90000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F335FB4F-EDA0-E6A2-F2D2-6F06006F125C}"/>
                </a:ext>
              </a:extLst>
            </p:cNvPr>
            <p:cNvCxnSpPr>
              <a:cxnSpLocks/>
            </p:cNvCxnSpPr>
            <p:nvPr/>
          </p:nvCxnSpPr>
          <p:spPr>
            <a:xfrm>
              <a:off x="873236" y="2925896"/>
              <a:ext cx="43" cy="207724"/>
            </a:xfrm>
            <a:prstGeom prst="line">
              <a:avLst/>
            </a:prstGeom>
            <a:ln w="25400" cap="rnd">
              <a:solidFill>
                <a:schemeClr val="accent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19A62FE-5D7A-D960-7DB5-55FC1F77B5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279" y="3133620"/>
              <a:ext cx="90000" cy="90000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4FFBD2D7-7E50-A9E8-1418-8E2701B9720A}"/>
              </a:ext>
            </a:extLst>
          </p:cNvPr>
          <p:cNvSpPr txBox="1"/>
          <p:nvPr/>
        </p:nvSpPr>
        <p:spPr>
          <a:xfrm>
            <a:off x="918236" y="2937425"/>
            <a:ext cx="2872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b="1" dirty="0">
                <a:solidFill>
                  <a:schemeClr val="accent2"/>
                </a:solidFill>
              </a:rPr>
              <a:t>[X]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BC9192B-2934-9E5D-A905-B04522C7B93C}"/>
              </a:ext>
            </a:extLst>
          </p:cNvPr>
          <p:cNvSpPr txBox="1"/>
          <p:nvPr/>
        </p:nvSpPr>
        <p:spPr bwMode="auto">
          <a:xfrm>
            <a:off x="7824866" y="4864246"/>
            <a:ext cx="3886199" cy="1437255"/>
          </a:xfrm>
          <a:prstGeom prst="roundRect">
            <a:avLst>
              <a:gd name="adj" fmla="val 707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</p:spPr>
        <p:txBody>
          <a:bodyPr wrap="square" lIns="90000" tIns="54000" rIns="90000" bIns="54000" rtlCol="0" anchor="t" anchorCtr="0">
            <a:no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pPr algn="ctr"/>
            <a:r>
              <a:rPr lang="de-DE" b="1" dirty="0"/>
              <a:t>Legende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8800219-F244-A930-57B3-A3538C820117}"/>
              </a:ext>
            </a:extLst>
          </p:cNvPr>
          <p:cNvSpPr txBox="1"/>
          <p:nvPr/>
        </p:nvSpPr>
        <p:spPr>
          <a:xfrm>
            <a:off x="7920855" y="5197840"/>
            <a:ext cx="10791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[X] = Beschreibung</a:t>
            </a:r>
          </a:p>
        </p:txBody>
      </p:sp>
    </p:spTree>
    <p:extLst>
      <p:ext uri="{BB962C8B-B14F-4D97-AF65-F5344CB8AC3E}">
        <p14:creationId xmlns:p14="http://schemas.microsoft.com/office/powerpoint/2010/main" val="100111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E64D-15C0-2301-7146-3CF17B09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5">
            <a:extLst>
              <a:ext uri="{FF2B5EF4-FFF2-40B4-BE49-F238E27FC236}">
                <a16:creationId xmlns:a16="http://schemas.microsoft.com/office/drawing/2014/main" id="{D516614E-F657-217E-ACFA-3E2EB763E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Product</a:t>
            </a:r>
            <a:r>
              <a:rPr lang="de-DE" dirty="0"/>
              <a:t> Datenaustausch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2B40973-86E6-51E6-EBB8-5E381ED7DD4F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56E46B-F1F3-3338-BEE4-3C29CE4BC4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Abgerundetes Rechteck 53">
            <a:extLst>
              <a:ext uri="{FF2B5EF4-FFF2-40B4-BE49-F238E27FC236}">
                <a16:creationId xmlns:a16="http://schemas.microsoft.com/office/drawing/2014/main" id="{EC24F3BF-DEFC-3453-E751-73BBE0C9176D}"/>
              </a:ext>
            </a:extLst>
          </p:cNvPr>
          <p:cNvSpPr>
            <a:spLocks noChangeAspect="1"/>
          </p:cNvSpPr>
          <p:nvPr/>
        </p:nvSpPr>
        <p:spPr>
          <a:xfrm>
            <a:off x="3780020" y="2437387"/>
            <a:ext cx="4681928" cy="1438986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b" anchorCtr="0">
            <a:noAutofit/>
          </a:bodyPr>
          <a:lstStyle/>
          <a:p>
            <a:pPr algn="ctr"/>
            <a:endParaRPr lang="de-DE" sz="1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220D530-7A9A-6501-659E-CF5DB1E56F21}"/>
              </a:ext>
            </a:extLst>
          </p:cNvPr>
          <p:cNvGrpSpPr/>
          <p:nvPr/>
        </p:nvGrpSpPr>
        <p:grpSpPr>
          <a:xfrm>
            <a:off x="5013805" y="2778718"/>
            <a:ext cx="2214359" cy="756325"/>
            <a:chOff x="7912515" y="3326757"/>
            <a:chExt cx="2214359" cy="756325"/>
          </a:xfrm>
        </p:grpSpPr>
        <p:pic>
          <p:nvPicPr>
            <p:cNvPr id="5" name="Stern TZT">
              <a:extLst>
                <a:ext uri="{FF2B5EF4-FFF2-40B4-BE49-F238E27FC236}">
                  <a16:creationId xmlns:a16="http://schemas.microsoft.com/office/drawing/2014/main" id="{D7C4E961-AE78-1B92-9E82-B58067205C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 bwMode="auto">
            <a:xfrm>
              <a:off x="7912515" y="3326757"/>
              <a:ext cx="756325" cy="756325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8FACDDE7-92E8-FF49-0430-98629E0BF51B}"/>
                </a:ext>
              </a:extLst>
            </p:cNvPr>
            <p:cNvSpPr txBox="1"/>
            <p:nvPr/>
          </p:nvSpPr>
          <p:spPr bwMode="auto">
            <a:xfrm>
              <a:off x="8749574" y="3445593"/>
              <a:ext cx="1377300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de-DE" sz="2800" dirty="0" err="1">
                  <a:latin typeface="MB Corpo A Title WEB"/>
                </a:rPr>
                <a:t>Product</a:t>
              </a:r>
              <a:endParaRPr lang="de-DE" sz="2800" dirty="0"/>
            </a:p>
          </p:txBody>
        </p:sp>
      </p:grpSp>
      <p:sp>
        <p:nvSpPr>
          <p:cNvPr id="16" name="Abgerundetes Rechteck 53">
            <a:extLst>
              <a:ext uri="{FF2B5EF4-FFF2-40B4-BE49-F238E27FC236}">
                <a16:creationId xmlns:a16="http://schemas.microsoft.com/office/drawing/2014/main" id="{7E533729-E049-08F3-6EEB-07072732E42E}"/>
              </a:ext>
            </a:extLst>
          </p:cNvPr>
          <p:cNvSpPr>
            <a:spLocks noChangeAspect="1"/>
          </p:cNvSpPr>
          <p:nvPr/>
        </p:nvSpPr>
        <p:spPr>
          <a:xfrm>
            <a:off x="534650" y="2437387"/>
            <a:ext cx="2249773" cy="1438986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b" anchorCtr="0">
            <a:noAutofit/>
          </a:bodyPr>
          <a:lstStyle/>
          <a:p>
            <a:pPr algn="ctr"/>
            <a:endParaRPr lang="de-DE" sz="1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05471B4B-71F4-80CC-FF20-55633DDA02F4}"/>
              </a:ext>
            </a:extLst>
          </p:cNvPr>
          <p:cNvGrpSpPr/>
          <p:nvPr/>
        </p:nvGrpSpPr>
        <p:grpSpPr>
          <a:xfrm>
            <a:off x="851316" y="2778718"/>
            <a:ext cx="1616440" cy="756325"/>
            <a:chOff x="7912515" y="3326757"/>
            <a:chExt cx="1616440" cy="756325"/>
          </a:xfrm>
        </p:grpSpPr>
        <p:pic>
          <p:nvPicPr>
            <p:cNvPr id="21" name="Stern TZT">
              <a:extLst>
                <a:ext uri="{FF2B5EF4-FFF2-40B4-BE49-F238E27FC236}">
                  <a16:creationId xmlns:a16="http://schemas.microsoft.com/office/drawing/2014/main" id="{A78313AC-68D0-6AFC-1510-9BB2AC01EE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 bwMode="auto">
            <a:xfrm>
              <a:off x="7912515" y="3326757"/>
              <a:ext cx="756325" cy="756325"/>
            </a:xfrm>
            <a:prstGeom prst="rect">
              <a:avLst/>
            </a:prstGeom>
          </p:spPr>
        </p:pic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97BCDFC-DD8F-5178-84CE-D9D3F42EE2FD}"/>
                </a:ext>
              </a:extLst>
            </p:cNvPr>
            <p:cNvSpPr txBox="1"/>
            <p:nvPr/>
          </p:nvSpPr>
          <p:spPr bwMode="auto">
            <a:xfrm>
              <a:off x="8749574" y="3445593"/>
              <a:ext cx="779381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de-DE" sz="2800" dirty="0">
                  <a:latin typeface="MB Corpo A Title WEB"/>
                </a:rPr>
                <a:t>FFP</a:t>
              </a:r>
              <a:endParaRPr lang="de-DE" sz="2800" dirty="0"/>
            </a:p>
          </p:txBody>
        </p:sp>
      </p:grpSp>
      <p:sp>
        <p:nvSpPr>
          <p:cNvPr id="24" name="Abgerundetes Rechteck 53">
            <a:extLst>
              <a:ext uri="{FF2B5EF4-FFF2-40B4-BE49-F238E27FC236}">
                <a16:creationId xmlns:a16="http://schemas.microsoft.com/office/drawing/2014/main" id="{FD3F5623-601A-7F28-982A-DC161D4A5E1D}"/>
              </a:ext>
            </a:extLst>
          </p:cNvPr>
          <p:cNvSpPr>
            <a:spLocks noChangeAspect="1"/>
          </p:cNvSpPr>
          <p:nvPr/>
        </p:nvSpPr>
        <p:spPr>
          <a:xfrm>
            <a:off x="9453797" y="2437387"/>
            <a:ext cx="2249773" cy="1438986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b" anchorCtr="0">
            <a:noAutofit/>
          </a:bodyPr>
          <a:lstStyle/>
          <a:p>
            <a:pPr algn="ctr"/>
            <a:endParaRPr lang="de-DE" sz="1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D067A1E1-AAAC-92C8-6114-D0DF03FDB443}"/>
              </a:ext>
            </a:extLst>
          </p:cNvPr>
          <p:cNvGrpSpPr/>
          <p:nvPr/>
        </p:nvGrpSpPr>
        <p:grpSpPr>
          <a:xfrm>
            <a:off x="9540452" y="2796880"/>
            <a:ext cx="2076462" cy="720000"/>
            <a:chOff x="9560602" y="2796880"/>
            <a:chExt cx="2076462" cy="720000"/>
          </a:xfrm>
        </p:grpSpPr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67CC7518-7592-BE05-2EF4-127364B39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60602" y="2796880"/>
              <a:ext cx="720000" cy="720000"/>
            </a:xfrm>
            <a:prstGeom prst="rect">
              <a:avLst/>
            </a:prstGeom>
          </p:spPr>
        </p:pic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5FD4777D-DFE3-A77B-AF13-2C6AC28F01B8}"/>
                </a:ext>
              </a:extLst>
            </p:cNvPr>
            <p:cNvSpPr txBox="1"/>
            <p:nvPr/>
          </p:nvSpPr>
          <p:spPr>
            <a:xfrm>
              <a:off x="10280602" y="2972214"/>
              <a:ext cx="1356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accent1"/>
                  </a:solidFill>
                </a:rPr>
                <a:t>3D-Viewer</a:t>
              </a:r>
            </a:p>
          </p:txBody>
        </p:sp>
      </p:grpSp>
      <p:sp>
        <p:nvSpPr>
          <p:cNvPr id="33" name="Pfeil nach rechts 32">
            <a:extLst>
              <a:ext uri="{FF2B5EF4-FFF2-40B4-BE49-F238E27FC236}">
                <a16:creationId xmlns:a16="http://schemas.microsoft.com/office/drawing/2014/main" id="{0DABB943-204D-6CF6-264D-D6CCAF33074E}"/>
              </a:ext>
            </a:extLst>
          </p:cNvPr>
          <p:cNvSpPr/>
          <p:nvPr/>
        </p:nvSpPr>
        <p:spPr>
          <a:xfrm>
            <a:off x="2988897" y="3066939"/>
            <a:ext cx="630000" cy="17988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Pfeil nach links 33">
            <a:extLst>
              <a:ext uri="{FF2B5EF4-FFF2-40B4-BE49-F238E27FC236}">
                <a16:creationId xmlns:a16="http://schemas.microsoft.com/office/drawing/2014/main" id="{4BB813DB-DC05-B999-0FFA-EEBA124C2C2B}"/>
              </a:ext>
            </a:extLst>
          </p:cNvPr>
          <p:cNvSpPr/>
          <p:nvPr/>
        </p:nvSpPr>
        <p:spPr>
          <a:xfrm>
            <a:off x="8642872" y="3066880"/>
            <a:ext cx="630000" cy="180000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92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52CDE-2FC9-0898-4381-BD26DA68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5">
            <a:extLst>
              <a:ext uri="{FF2B5EF4-FFF2-40B4-BE49-F238E27FC236}">
                <a16:creationId xmlns:a16="http://schemas.microsoft.com/office/drawing/2014/main" id="{0E8040BA-E5DD-6989-6DD7-4A731D379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 Produkt 2.0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4AAAC91-07EE-935A-48F2-F4A294B75222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B48305-75FC-1081-1DED-7E62B99E25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Abgerundetes Rechteck 53">
            <a:extLst>
              <a:ext uri="{FF2B5EF4-FFF2-40B4-BE49-F238E27FC236}">
                <a16:creationId xmlns:a16="http://schemas.microsoft.com/office/drawing/2014/main" id="{05EF45FF-4EF2-D6F7-C760-372DEAE0E589}"/>
              </a:ext>
            </a:extLst>
          </p:cNvPr>
          <p:cNvSpPr>
            <a:spLocks/>
          </p:cNvSpPr>
          <p:nvPr/>
        </p:nvSpPr>
        <p:spPr>
          <a:xfrm>
            <a:off x="2966805" y="2437387"/>
            <a:ext cx="1440303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FFP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0C1D39E-6E10-99B6-5068-C296162BEFE4}"/>
              </a:ext>
            </a:extLst>
          </p:cNvPr>
          <p:cNvGrpSpPr/>
          <p:nvPr/>
        </p:nvGrpSpPr>
        <p:grpSpPr>
          <a:xfrm>
            <a:off x="534651" y="2434122"/>
            <a:ext cx="1440304" cy="641244"/>
            <a:chOff x="534651" y="4052577"/>
            <a:chExt cx="1440304" cy="641244"/>
          </a:xfrm>
        </p:grpSpPr>
        <p:sp>
          <p:nvSpPr>
            <p:cNvPr id="4" name="Abgerundetes Rechteck 53">
              <a:extLst>
                <a:ext uri="{FF2B5EF4-FFF2-40B4-BE49-F238E27FC236}">
                  <a16:creationId xmlns:a16="http://schemas.microsoft.com/office/drawing/2014/main" id="{8A527BC7-507E-1642-B92E-EA2FB6C1B3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651" y="4052577"/>
              <a:ext cx="1440304" cy="630000"/>
            </a:xfrm>
            <a:prstGeom prst="roundRect">
              <a:avLst>
                <a:gd name="adj" fmla="val 8501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bg1">
                      <a:lumMod val="75000"/>
                      <a:alpha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76200" dir="5400000" algn="t" rotWithShape="0">
                <a:schemeClr val="tx1">
                  <a:lumMod val="90000"/>
                  <a:lumOff val="10000"/>
                  <a:alpha val="20000"/>
                </a:schemeClr>
              </a:outerShdw>
            </a:effectLst>
          </p:spPr>
          <p:txBody>
            <a:bodyPr wrap="square" lIns="54000" tIns="54000" rIns="54000" bIns="54000" rtlCol="0" anchor="t" anchorCtr="0">
              <a:noAutofit/>
            </a:bodyPr>
            <a:lstStyle/>
            <a:p>
              <a:pPr algn="ctr"/>
              <a:r>
                <a:rPr lang="de-DE" sz="1000" b="1" dirty="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Systeme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74EAE23-2FEB-FF6A-CC7C-1E642BB9B279}"/>
                </a:ext>
              </a:extLst>
            </p:cNvPr>
            <p:cNvSpPr txBox="1"/>
            <p:nvPr/>
          </p:nvSpPr>
          <p:spPr>
            <a:xfrm>
              <a:off x="543129" y="4232156"/>
              <a:ext cx="142058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800" dirty="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Alice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800" dirty="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Smaragd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800" dirty="0">
                  <a:solidFill>
                    <a:schemeClr val="tx1">
                      <a:lumMod val="90000"/>
                      <a:lumOff val="10000"/>
                    </a:schemeClr>
                  </a:solidFill>
                </a:rPr>
                <a:t>Lieferantenanbindung</a:t>
              </a:r>
            </a:p>
          </p:txBody>
        </p:sp>
      </p:grpSp>
      <p:sp>
        <p:nvSpPr>
          <p:cNvPr id="12" name="Abgerundetes Rechteck 53">
            <a:extLst>
              <a:ext uri="{FF2B5EF4-FFF2-40B4-BE49-F238E27FC236}">
                <a16:creationId xmlns:a16="http://schemas.microsoft.com/office/drawing/2014/main" id="{4C529B82-430C-6B4D-DACF-827C062BDFF9}"/>
              </a:ext>
            </a:extLst>
          </p:cNvPr>
          <p:cNvSpPr>
            <a:spLocks/>
          </p:cNvSpPr>
          <p:nvPr/>
        </p:nvSpPr>
        <p:spPr>
          <a:xfrm>
            <a:off x="4585744" y="2437387"/>
            <a:ext cx="1440304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PVM</a:t>
            </a:r>
          </a:p>
        </p:txBody>
      </p:sp>
      <p:sp>
        <p:nvSpPr>
          <p:cNvPr id="13" name="Abgerundetes Rechteck 53">
            <a:extLst>
              <a:ext uri="{FF2B5EF4-FFF2-40B4-BE49-F238E27FC236}">
                <a16:creationId xmlns:a16="http://schemas.microsoft.com/office/drawing/2014/main" id="{40AEEF7B-FAE7-9B67-AEDF-FCE20C0F61ED}"/>
              </a:ext>
            </a:extLst>
          </p:cNvPr>
          <p:cNvSpPr>
            <a:spLocks/>
          </p:cNvSpPr>
          <p:nvPr/>
        </p:nvSpPr>
        <p:spPr>
          <a:xfrm>
            <a:off x="6204685" y="2437387"/>
            <a:ext cx="1440304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ZA</a:t>
            </a:r>
          </a:p>
        </p:txBody>
      </p:sp>
      <p:sp>
        <p:nvSpPr>
          <p:cNvPr id="14" name="Abgerundetes Rechteck 53">
            <a:extLst>
              <a:ext uri="{FF2B5EF4-FFF2-40B4-BE49-F238E27FC236}">
                <a16:creationId xmlns:a16="http://schemas.microsoft.com/office/drawing/2014/main" id="{60ADAD4F-6798-884F-095C-446E4AC76178}"/>
              </a:ext>
            </a:extLst>
          </p:cNvPr>
          <p:cNvSpPr>
            <a:spLocks/>
          </p:cNvSpPr>
          <p:nvPr/>
        </p:nvSpPr>
        <p:spPr>
          <a:xfrm>
            <a:off x="7819876" y="2437387"/>
            <a:ext cx="1440304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FZ</a:t>
            </a:r>
          </a:p>
        </p:txBody>
      </p:sp>
      <p:sp>
        <p:nvSpPr>
          <p:cNvPr id="15" name="Abgerundetes Rechteck 53">
            <a:extLst>
              <a:ext uri="{FF2B5EF4-FFF2-40B4-BE49-F238E27FC236}">
                <a16:creationId xmlns:a16="http://schemas.microsoft.com/office/drawing/2014/main" id="{6656EF60-4830-0601-E4ED-9F3C90A677C8}"/>
              </a:ext>
            </a:extLst>
          </p:cNvPr>
          <p:cNvSpPr>
            <a:spLocks/>
          </p:cNvSpPr>
          <p:nvPr/>
        </p:nvSpPr>
        <p:spPr>
          <a:xfrm>
            <a:off x="9450056" y="2437387"/>
            <a:ext cx="1440304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PA</a:t>
            </a:r>
          </a:p>
        </p:txBody>
      </p:sp>
      <p:sp>
        <p:nvSpPr>
          <p:cNvPr id="17" name="Abgerundetes Rechteck 53">
            <a:extLst>
              <a:ext uri="{FF2B5EF4-FFF2-40B4-BE49-F238E27FC236}">
                <a16:creationId xmlns:a16="http://schemas.microsoft.com/office/drawing/2014/main" id="{533A8599-B6E6-B20D-F1AF-8A5DA1DE4F8F}"/>
              </a:ext>
            </a:extLst>
          </p:cNvPr>
          <p:cNvSpPr>
            <a:spLocks/>
          </p:cNvSpPr>
          <p:nvPr/>
        </p:nvSpPr>
        <p:spPr>
          <a:xfrm>
            <a:off x="534651" y="3649644"/>
            <a:ext cx="10355709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Services</a:t>
            </a:r>
          </a:p>
        </p:txBody>
      </p:sp>
      <p:sp>
        <p:nvSpPr>
          <p:cNvPr id="22" name="Abgerundetes Rechteck 53">
            <a:extLst>
              <a:ext uri="{FF2B5EF4-FFF2-40B4-BE49-F238E27FC236}">
                <a16:creationId xmlns:a16="http://schemas.microsoft.com/office/drawing/2014/main" id="{A6D52BDE-07C2-4FA5-1953-1B7A262871E6}"/>
              </a:ext>
            </a:extLst>
          </p:cNvPr>
          <p:cNvSpPr>
            <a:spLocks/>
          </p:cNvSpPr>
          <p:nvPr/>
        </p:nvSpPr>
        <p:spPr>
          <a:xfrm>
            <a:off x="3367166" y="3823699"/>
            <a:ext cx="639579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non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>
                <a:solidFill>
                  <a:schemeClr val="accent1"/>
                </a:solidFill>
              </a:rPr>
              <a:t>TL XYZ</a:t>
            </a:r>
          </a:p>
        </p:txBody>
      </p:sp>
      <p:sp>
        <p:nvSpPr>
          <p:cNvPr id="25" name="Abgerundetes Rechteck 53">
            <a:extLst>
              <a:ext uri="{FF2B5EF4-FFF2-40B4-BE49-F238E27FC236}">
                <a16:creationId xmlns:a16="http://schemas.microsoft.com/office/drawing/2014/main" id="{8392FBF3-AA31-7829-F53B-7EC1F2E666CC}"/>
              </a:ext>
            </a:extLst>
          </p:cNvPr>
          <p:cNvSpPr>
            <a:spLocks/>
          </p:cNvSpPr>
          <p:nvPr/>
        </p:nvSpPr>
        <p:spPr>
          <a:xfrm>
            <a:off x="4989851" y="3823699"/>
            <a:ext cx="639579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non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>
                <a:solidFill>
                  <a:schemeClr val="accent1"/>
                </a:solidFill>
              </a:rPr>
              <a:t>TL XYZ</a:t>
            </a:r>
          </a:p>
        </p:txBody>
      </p:sp>
      <p:sp>
        <p:nvSpPr>
          <p:cNvPr id="26" name="Abgerundetes Rechteck 53">
            <a:extLst>
              <a:ext uri="{FF2B5EF4-FFF2-40B4-BE49-F238E27FC236}">
                <a16:creationId xmlns:a16="http://schemas.microsoft.com/office/drawing/2014/main" id="{69D9BDBC-5AA8-4AF4-6B82-9896BC132F5E}"/>
              </a:ext>
            </a:extLst>
          </p:cNvPr>
          <p:cNvSpPr>
            <a:spLocks/>
          </p:cNvSpPr>
          <p:nvPr/>
        </p:nvSpPr>
        <p:spPr>
          <a:xfrm>
            <a:off x="6604437" y="3823699"/>
            <a:ext cx="640800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none" lIns="144000" tIns="72000" rIns="144000" bIns="72000" rtlCol="0" anchor="ctr" anchorCtr="0">
            <a:noAutofit/>
          </a:bodyPr>
          <a:lstStyle/>
          <a:p>
            <a:pPr algn="ctr"/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?</a:t>
            </a:r>
          </a:p>
        </p:txBody>
      </p:sp>
      <p:sp>
        <p:nvSpPr>
          <p:cNvPr id="27" name="Abgerundetes Rechteck 53">
            <a:extLst>
              <a:ext uri="{FF2B5EF4-FFF2-40B4-BE49-F238E27FC236}">
                <a16:creationId xmlns:a16="http://schemas.microsoft.com/office/drawing/2014/main" id="{8C7FF34C-513F-BB4A-83C4-68E26B646188}"/>
              </a:ext>
            </a:extLst>
          </p:cNvPr>
          <p:cNvSpPr>
            <a:spLocks/>
          </p:cNvSpPr>
          <p:nvPr/>
        </p:nvSpPr>
        <p:spPr>
          <a:xfrm>
            <a:off x="8215879" y="3823699"/>
            <a:ext cx="640800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none" lIns="144000" tIns="72000" rIns="144000" bIns="72000" rtlCol="0" anchor="ctr" anchorCtr="0">
            <a:noAutofit/>
          </a:bodyPr>
          <a:lstStyle/>
          <a:p>
            <a:pPr algn="ctr"/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?</a:t>
            </a:r>
          </a:p>
        </p:txBody>
      </p:sp>
      <p:sp>
        <p:nvSpPr>
          <p:cNvPr id="28" name="Abgerundetes Rechteck 53">
            <a:extLst>
              <a:ext uri="{FF2B5EF4-FFF2-40B4-BE49-F238E27FC236}">
                <a16:creationId xmlns:a16="http://schemas.microsoft.com/office/drawing/2014/main" id="{9872D89C-288A-8A9B-03A2-5A65CBE52E2E}"/>
              </a:ext>
            </a:extLst>
          </p:cNvPr>
          <p:cNvSpPr>
            <a:spLocks/>
          </p:cNvSpPr>
          <p:nvPr/>
        </p:nvSpPr>
        <p:spPr>
          <a:xfrm>
            <a:off x="9853555" y="3823699"/>
            <a:ext cx="640800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none" lIns="144000" tIns="72000" rIns="144000" bIns="72000" rtlCol="0" anchor="ctr" anchorCtr="0">
            <a:noAutofit/>
          </a:bodyPr>
          <a:lstStyle/>
          <a:p>
            <a:pPr algn="ctr"/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Orbis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1A384697-8BF0-696D-E1C3-44CBEB629306}"/>
              </a:ext>
            </a:extLst>
          </p:cNvPr>
          <p:cNvGrpSpPr/>
          <p:nvPr/>
        </p:nvGrpSpPr>
        <p:grpSpPr>
          <a:xfrm rot="1800000">
            <a:off x="3377400" y="3135676"/>
            <a:ext cx="619110" cy="619733"/>
            <a:chOff x="3777521" y="3241261"/>
            <a:chExt cx="360000" cy="360362"/>
          </a:xfrm>
        </p:grpSpPr>
        <p:sp>
          <p:nvSpPr>
            <p:cNvPr id="37" name="Bogen 36">
              <a:extLst>
                <a:ext uri="{FF2B5EF4-FFF2-40B4-BE49-F238E27FC236}">
                  <a16:creationId xmlns:a16="http://schemas.microsoft.com/office/drawing/2014/main" id="{93F62D11-F91D-27C4-30E5-C94B842AFC0F}"/>
                </a:ext>
              </a:extLst>
            </p:cNvPr>
            <p:cNvSpPr/>
            <p:nvPr/>
          </p:nvSpPr>
          <p:spPr>
            <a:xfrm>
              <a:off x="3777521" y="3241623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Bogen 37">
              <a:extLst>
                <a:ext uri="{FF2B5EF4-FFF2-40B4-BE49-F238E27FC236}">
                  <a16:creationId xmlns:a16="http://schemas.microsoft.com/office/drawing/2014/main" id="{51B88F8A-5E40-6B4B-EA1C-C130DB14B6E7}"/>
                </a:ext>
              </a:extLst>
            </p:cNvPr>
            <p:cNvSpPr/>
            <p:nvPr/>
          </p:nvSpPr>
          <p:spPr>
            <a:xfrm rot="54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Bogen 38">
              <a:extLst>
                <a:ext uri="{FF2B5EF4-FFF2-40B4-BE49-F238E27FC236}">
                  <a16:creationId xmlns:a16="http://schemas.microsoft.com/office/drawing/2014/main" id="{4047E8B9-3E60-4463-1A9F-17F7526DF495}"/>
                </a:ext>
              </a:extLst>
            </p:cNvPr>
            <p:cNvSpPr/>
            <p:nvPr/>
          </p:nvSpPr>
          <p:spPr>
            <a:xfrm rot="108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Bogen 39">
              <a:extLst>
                <a:ext uri="{FF2B5EF4-FFF2-40B4-BE49-F238E27FC236}">
                  <a16:creationId xmlns:a16="http://schemas.microsoft.com/office/drawing/2014/main" id="{AB1A36BB-79D7-3B1B-75C8-3D9D7911641E}"/>
                </a:ext>
              </a:extLst>
            </p:cNvPr>
            <p:cNvSpPr/>
            <p:nvPr/>
          </p:nvSpPr>
          <p:spPr>
            <a:xfrm rot="16200000">
              <a:off x="3777521" y="3241261"/>
              <a:ext cx="360000" cy="360000"/>
            </a:xfrm>
            <a:prstGeom prst="arc">
              <a:avLst>
                <a:gd name="adj1" fmla="val 16200000"/>
                <a:gd name="adj2" fmla="val 18952889"/>
              </a:avLst>
            </a:prstGeom>
            <a:ln w="127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7AFF2CA-EEE3-A787-A4AB-9D06E7C263F2}"/>
              </a:ext>
            </a:extLst>
          </p:cNvPr>
          <p:cNvGrpSpPr/>
          <p:nvPr/>
        </p:nvGrpSpPr>
        <p:grpSpPr>
          <a:xfrm rot="1800000">
            <a:off x="5000084" y="3135676"/>
            <a:ext cx="619110" cy="619733"/>
            <a:chOff x="3777521" y="3241261"/>
            <a:chExt cx="360000" cy="360362"/>
          </a:xfrm>
        </p:grpSpPr>
        <p:sp>
          <p:nvSpPr>
            <p:cNvPr id="44" name="Bogen 43">
              <a:extLst>
                <a:ext uri="{FF2B5EF4-FFF2-40B4-BE49-F238E27FC236}">
                  <a16:creationId xmlns:a16="http://schemas.microsoft.com/office/drawing/2014/main" id="{16ED8593-414B-31D5-58ED-DB17ADCA60F8}"/>
                </a:ext>
              </a:extLst>
            </p:cNvPr>
            <p:cNvSpPr/>
            <p:nvPr/>
          </p:nvSpPr>
          <p:spPr>
            <a:xfrm>
              <a:off x="3777521" y="3241623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Bogen 44">
              <a:extLst>
                <a:ext uri="{FF2B5EF4-FFF2-40B4-BE49-F238E27FC236}">
                  <a16:creationId xmlns:a16="http://schemas.microsoft.com/office/drawing/2014/main" id="{EA0B8FA5-4AF0-18AC-8ACA-820B2AE91C3F}"/>
                </a:ext>
              </a:extLst>
            </p:cNvPr>
            <p:cNvSpPr/>
            <p:nvPr/>
          </p:nvSpPr>
          <p:spPr>
            <a:xfrm rot="54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Bogen 45">
              <a:extLst>
                <a:ext uri="{FF2B5EF4-FFF2-40B4-BE49-F238E27FC236}">
                  <a16:creationId xmlns:a16="http://schemas.microsoft.com/office/drawing/2014/main" id="{0CBB2BF7-7A50-EBFD-A938-B3D8D611C36E}"/>
                </a:ext>
              </a:extLst>
            </p:cNvPr>
            <p:cNvSpPr/>
            <p:nvPr/>
          </p:nvSpPr>
          <p:spPr>
            <a:xfrm rot="108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Bogen 46">
              <a:extLst>
                <a:ext uri="{FF2B5EF4-FFF2-40B4-BE49-F238E27FC236}">
                  <a16:creationId xmlns:a16="http://schemas.microsoft.com/office/drawing/2014/main" id="{8B45004F-05AF-6E36-04EC-90263E191DC9}"/>
                </a:ext>
              </a:extLst>
            </p:cNvPr>
            <p:cNvSpPr/>
            <p:nvPr/>
          </p:nvSpPr>
          <p:spPr>
            <a:xfrm rot="16200000">
              <a:off x="3777521" y="3241261"/>
              <a:ext cx="360000" cy="360000"/>
            </a:xfrm>
            <a:prstGeom prst="arc">
              <a:avLst>
                <a:gd name="adj1" fmla="val 16200000"/>
                <a:gd name="adj2" fmla="val 18952889"/>
              </a:avLst>
            </a:prstGeom>
            <a:ln w="127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03BE016E-DCFD-C36C-1614-1D057FD6C31C}"/>
              </a:ext>
            </a:extLst>
          </p:cNvPr>
          <p:cNvGrpSpPr/>
          <p:nvPr/>
        </p:nvGrpSpPr>
        <p:grpSpPr>
          <a:xfrm rot="1800000">
            <a:off x="6611526" y="3135676"/>
            <a:ext cx="619110" cy="619733"/>
            <a:chOff x="3777521" y="3241261"/>
            <a:chExt cx="360000" cy="360362"/>
          </a:xfrm>
        </p:grpSpPr>
        <p:sp>
          <p:nvSpPr>
            <p:cNvPr id="49" name="Bogen 48">
              <a:extLst>
                <a:ext uri="{FF2B5EF4-FFF2-40B4-BE49-F238E27FC236}">
                  <a16:creationId xmlns:a16="http://schemas.microsoft.com/office/drawing/2014/main" id="{13F553E6-1097-2D85-D20F-7F0F43191291}"/>
                </a:ext>
              </a:extLst>
            </p:cNvPr>
            <p:cNvSpPr/>
            <p:nvPr/>
          </p:nvSpPr>
          <p:spPr>
            <a:xfrm>
              <a:off x="3777521" y="3241623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Bogen 49">
              <a:extLst>
                <a:ext uri="{FF2B5EF4-FFF2-40B4-BE49-F238E27FC236}">
                  <a16:creationId xmlns:a16="http://schemas.microsoft.com/office/drawing/2014/main" id="{EE77E470-59E6-A2CE-225A-DB50662AD625}"/>
                </a:ext>
              </a:extLst>
            </p:cNvPr>
            <p:cNvSpPr/>
            <p:nvPr/>
          </p:nvSpPr>
          <p:spPr>
            <a:xfrm rot="54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Bogen 50">
              <a:extLst>
                <a:ext uri="{FF2B5EF4-FFF2-40B4-BE49-F238E27FC236}">
                  <a16:creationId xmlns:a16="http://schemas.microsoft.com/office/drawing/2014/main" id="{0C2E3544-B8D5-ABE4-C8B7-429AA5773B08}"/>
                </a:ext>
              </a:extLst>
            </p:cNvPr>
            <p:cNvSpPr/>
            <p:nvPr/>
          </p:nvSpPr>
          <p:spPr>
            <a:xfrm rot="108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Bogen 51">
              <a:extLst>
                <a:ext uri="{FF2B5EF4-FFF2-40B4-BE49-F238E27FC236}">
                  <a16:creationId xmlns:a16="http://schemas.microsoft.com/office/drawing/2014/main" id="{F0C25197-DFDC-AEDE-41E2-ED7FE394C2F9}"/>
                </a:ext>
              </a:extLst>
            </p:cNvPr>
            <p:cNvSpPr/>
            <p:nvPr/>
          </p:nvSpPr>
          <p:spPr>
            <a:xfrm rot="16200000">
              <a:off x="3777521" y="3241261"/>
              <a:ext cx="360000" cy="360000"/>
            </a:xfrm>
            <a:prstGeom prst="arc">
              <a:avLst>
                <a:gd name="adj1" fmla="val 16200000"/>
                <a:gd name="adj2" fmla="val 18952889"/>
              </a:avLst>
            </a:prstGeom>
            <a:ln w="127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690E15E2-9322-E106-1955-94C4649B358C}"/>
              </a:ext>
            </a:extLst>
          </p:cNvPr>
          <p:cNvGrpSpPr/>
          <p:nvPr/>
        </p:nvGrpSpPr>
        <p:grpSpPr>
          <a:xfrm rot="1800000">
            <a:off x="8226716" y="3135676"/>
            <a:ext cx="619110" cy="619733"/>
            <a:chOff x="3777521" y="3241261"/>
            <a:chExt cx="360000" cy="360362"/>
          </a:xfrm>
        </p:grpSpPr>
        <p:sp>
          <p:nvSpPr>
            <p:cNvPr id="54" name="Bogen 53">
              <a:extLst>
                <a:ext uri="{FF2B5EF4-FFF2-40B4-BE49-F238E27FC236}">
                  <a16:creationId xmlns:a16="http://schemas.microsoft.com/office/drawing/2014/main" id="{C02FB476-2DDD-5C98-6FC8-20AEED206C8A}"/>
                </a:ext>
              </a:extLst>
            </p:cNvPr>
            <p:cNvSpPr/>
            <p:nvPr/>
          </p:nvSpPr>
          <p:spPr>
            <a:xfrm>
              <a:off x="3777521" y="3241623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Bogen 54">
              <a:extLst>
                <a:ext uri="{FF2B5EF4-FFF2-40B4-BE49-F238E27FC236}">
                  <a16:creationId xmlns:a16="http://schemas.microsoft.com/office/drawing/2014/main" id="{23C75BDE-9372-7114-CEBB-460665BBB0B1}"/>
                </a:ext>
              </a:extLst>
            </p:cNvPr>
            <p:cNvSpPr/>
            <p:nvPr/>
          </p:nvSpPr>
          <p:spPr>
            <a:xfrm rot="54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Bogen 55">
              <a:extLst>
                <a:ext uri="{FF2B5EF4-FFF2-40B4-BE49-F238E27FC236}">
                  <a16:creationId xmlns:a16="http://schemas.microsoft.com/office/drawing/2014/main" id="{4D4101DD-E18D-C542-63A5-AB51B72DE742}"/>
                </a:ext>
              </a:extLst>
            </p:cNvPr>
            <p:cNvSpPr/>
            <p:nvPr/>
          </p:nvSpPr>
          <p:spPr>
            <a:xfrm rot="108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Bogen 56">
              <a:extLst>
                <a:ext uri="{FF2B5EF4-FFF2-40B4-BE49-F238E27FC236}">
                  <a16:creationId xmlns:a16="http://schemas.microsoft.com/office/drawing/2014/main" id="{B07EF116-0C42-8480-BB30-CCD1CCFC81D1}"/>
                </a:ext>
              </a:extLst>
            </p:cNvPr>
            <p:cNvSpPr/>
            <p:nvPr/>
          </p:nvSpPr>
          <p:spPr>
            <a:xfrm rot="16200000">
              <a:off x="3777521" y="3241261"/>
              <a:ext cx="360000" cy="360000"/>
            </a:xfrm>
            <a:prstGeom prst="arc">
              <a:avLst>
                <a:gd name="adj1" fmla="val 16200000"/>
                <a:gd name="adj2" fmla="val 18952889"/>
              </a:avLst>
            </a:prstGeom>
            <a:ln w="127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63090013-7A35-6134-C7B0-58566908C3D1}"/>
              </a:ext>
            </a:extLst>
          </p:cNvPr>
          <p:cNvGrpSpPr/>
          <p:nvPr/>
        </p:nvGrpSpPr>
        <p:grpSpPr>
          <a:xfrm rot="1800000">
            <a:off x="9864392" y="3135676"/>
            <a:ext cx="619110" cy="619733"/>
            <a:chOff x="3777521" y="3241261"/>
            <a:chExt cx="360000" cy="360362"/>
          </a:xfrm>
        </p:grpSpPr>
        <p:sp>
          <p:nvSpPr>
            <p:cNvPr id="59" name="Bogen 58">
              <a:extLst>
                <a:ext uri="{FF2B5EF4-FFF2-40B4-BE49-F238E27FC236}">
                  <a16:creationId xmlns:a16="http://schemas.microsoft.com/office/drawing/2014/main" id="{FA3AAFB2-5266-7495-50D9-5BDEA5A9C487}"/>
                </a:ext>
              </a:extLst>
            </p:cNvPr>
            <p:cNvSpPr/>
            <p:nvPr/>
          </p:nvSpPr>
          <p:spPr>
            <a:xfrm>
              <a:off x="3777521" y="3241623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Bogen 59">
              <a:extLst>
                <a:ext uri="{FF2B5EF4-FFF2-40B4-BE49-F238E27FC236}">
                  <a16:creationId xmlns:a16="http://schemas.microsoft.com/office/drawing/2014/main" id="{2D65EDC4-6E43-B0BB-702E-7AECDBC8750F}"/>
                </a:ext>
              </a:extLst>
            </p:cNvPr>
            <p:cNvSpPr/>
            <p:nvPr/>
          </p:nvSpPr>
          <p:spPr>
            <a:xfrm rot="54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Bogen 60">
              <a:extLst>
                <a:ext uri="{FF2B5EF4-FFF2-40B4-BE49-F238E27FC236}">
                  <a16:creationId xmlns:a16="http://schemas.microsoft.com/office/drawing/2014/main" id="{12C57481-FE2A-A30E-6560-EBFDDCC23A54}"/>
                </a:ext>
              </a:extLst>
            </p:cNvPr>
            <p:cNvSpPr/>
            <p:nvPr/>
          </p:nvSpPr>
          <p:spPr>
            <a:xfrm rot="10800000">
              <a:off x="3777521" y="3241442"/>
              <a:ext cx="360000" cy="360000"/>
            </a:xfrm>
            <a:prstGeom prst="arc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Bogen 61">
              <a:extLst>
                <a:ext uri="{FF2B5EF4-FFF2-40B4-BE49-F238E27FC236}">
                  <a16:creationId xmlns:a16="http://schemas.microsoft.com/office/drawing/2014/main" id="{4AD1FF91-B0C9-0416-18B9-E2CE756D9C3C}"/>
                </a:ext>
              </a:extLst>
            </p:cNvPr>
            <p:cNvSpPr/>
            <p:nvPr/>
          </p:nvSpPr>
          <p:spPr>
            <a:xfrm rot="16200000">
              <a:off x="3777521" y="3241261"/>
              <a:ext cx="360000" cy="360000"/>
            </a:xfrm>
            <a:prstGeom prst="arc">
              <a:avLst>
                <a:gd name="adj1" fmla="val 16200000"/>
                <a:gd name="adj2" fmla="val 18952889"/>
              </a:avLst>
            </a:prstGeom>
            <a:ln w="127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4" name="Textfeld 63">
            <a:extLst>
              <a:ext uri="{FF2B5EF4-FFF2-40B4-BE49-F238E27FC236}">
                <a16:creationId xmlns:a16="http://schemas.microsoft.com/office/drawing/2014/main" id="{CA36F4BF-DCA8-1BBF-B865-2ECE313E40E5}"/>
              </a:ext>
            </a:extLst>
          </p:cNvPr>
          <p:cNvSpPr txBox="1"/>
          <p:nvPr/>
        </p:nvSpPr>
        <p:spPr>
          <a:xfrm>
            <a:off x="4006745" y="3259723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i="1" dirty="0"/>
              <a:t>Open API</a:t>
            </a:r>
            <a:br>
              <a:rPr lang="de-DE" sz="800" i="1" dirty="0"/>
            </a:br>
            <a:r>
              <a:rPr lang="de-DE" sz="800" i="1" dirty="0"/>
              <a:t>Kafka</a:t>
            </a:r>
          </a:p>
        </p:txBody>
      </p:sp>
      <p:sp>
        <p:nvSpPr>
          <p:cNvPr id="65" name="Abgerundetes Rechteck 53">
            <a:extLst>
              <a:ext uri="{FF2B5EF4-FFF2-40B4-BE49-F238E27FC236}">
                <a16:creationId xmlns:a16="http://schemas.microsoft.com/office/drawing/2014/main" id="{79331193-0062-A134-45C5-7448582BFB5D}"/>
              </a:ext>
            </a:extLst>
          </p:cNvPr>
          <p:cNvSpPr>
            <a:spLocks/>
          </p:cNvSpPr>
          <p:nvPr/>
        </p:nvSpPr>
        <p:spPr>
          <a:xfrm>
            <a:off x="4589496" y="4690884"/>
            <a:ext cx="3059235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Produkt Absicherung</a:t>
            </a:r>
          </a:p>
        </p:txBody>
      </p:sp>
      <p:sp>
        <p:nvSpPr>
          <p:cNvPr id="66" name="Abgerundetes Rechteck 53">
            <a:extLst>
              <a:ext uri="{FF2B5EF4-FFF2-40B4-BE49-F238E27FC236}">
                <a16:creationId xmlns:a16="http://schemas.microsoft.com/office/drawing/2014/main" id="{69634167-70D6-E1B8-C6F3-E0FC5956F73E}"/>
              </a:ext>
            </a:extLst>
          </p:cNvPr>
          <p:cNvSpPr>
            <a:spLocks/>
          </p:cNvSpPr>
          <p:nvPr/>
        </p:nvSpPr>
        <p:spPr>
          <a:xfrm>
            <a:off x="3779402" y="5674479"/>
            <a:ext cx="4678171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Anlagen</a:t>
            </a:r>
          </a:p>
        </p:txBody>
      </p:sp>
      <p:sp>
        <p:nvSpPr>
          <p:cNvPr id="67" name="Abgerundetes Rechteck 53">
            <a:extLst>
              <a:ext uri="{FF2B5EF4-FFF2-40B4-BE49-F238E27FC236}">
                <a16:creationId xmlns:a16="http://schemas.microsoft.com/office/drawing/2014/main" id="{16A51F44-3BCD-7362-61ED-A16F8D47726C}"/>
              </a:ext>
            </a:extLst>
          </p:cNvPr>
          <p:cNvSpPr>
            <a:spLocks/>
          </p:cNvSpPr>
          <p:nvPr/>
        </p:nvSpPr>
        <p:spPr>
          <a:xfrm>
            <a:off x="4592217" y="5848728"/>
            <a:ext cx="979873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non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EasyPlanning</a:t>
            </a:r>
            <a:endParaRPr lang="de-DE" sz="8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8" name="Abgerundetes Rechteck 53">
            <a:extLst>
              <a:ext uri="{FF2B5EF4-FFF2-40B4-BE49-F238E27FC236}">
                <a16:creationId xmlns:a16="http://schemas.microsoft.com/office/drawing/2014/main" id="{DFA69CD3-5277-9635-A68C-347894B635E3}"/>
              </a:ext>
            </a:extLst>
          </p:cNvPr>
          <p:cNvSpPr>
            <a:spLocks/>
          </p:cNvSpPr>
          <p:nvPr/>
        </p:nvSpPr>
        <p:spPr>
          <a:xfrm>
            <a:off x="5808371" y="5848727"/>
            <a:ext cx="979873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AEMA</a:t>
            </a:r>
          </a:p>
        </p:txBody>
      </p:sp>
      <p:sp>
        <p:nvSpPr>
          <p:cNvPr id="69" name="Abgerundetes Rechteck 53">
            <a:extLst>
              <a:ext uri="{FF2B5EF4-FFF2-40B4-BE49-F238E27FC236}">
                <a16:creationId xmlns:a16="http://schemas.microsoft.com/office/drawing/2014/main" id="{06F775F4-CA78-1B82-B254-16D26748C8B5}"/>
              </a:ext>
            </a:extLst>
          </p:cNvPr>
          <p:cNvSpPr>
            <a:spLocks/>
          </p:cNvSpPr>
          <p:nvPr/>
        </p:nvSpPr>
        <p:spPr>
          <a:xfrm>
            <a:off x="7024525" y="5848727"/>
            <a:ext cx="979873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Treca</a:t>
            </a:r>
          </a:p>
        </p:txBody>
      </p:sp>
    </p:spTree>
    <p:extLst>
      <p:ext uri="{BB962C8B-B14F-4D97-AF65-F5344CB8AC3E}">
        <p14:creationId xmlns:p14="http://schemas.microsoft.com/office/powerpoint/2010/main" val="114534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A01BFE5-42CB-C28D-CCF4-6E1BB2B1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Produkt </a:t>
            </a:r>
            <a:r>
              <a:rPr lang="de-DE" dirty="0" err="1"/>
              <a:t>absicherung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5DA460-3423-22C3-8FCA-73A451D6BFD0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424D24B-9CDD-6135-C56B-994F87D9A0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Abgerundetes Rechteck 53">
            <a:extLst>
              <a:ext uri="{FF2B5EF4-FFF2-40B4-BE49-F238E27FC236}">
                <a16:creationId xmlns:a16="http://schemas.microsoft.com/office/drawing/2014/main" id="{C32458DC-EC75-9B29-ED1F-263C28B4EA48}"/>
              </a:ext>
            </a:extLst>
          </p:cNvPr>
          <p:cNvSpPr>
            <a:spLocks/>
          </p:cNvSpPr>
          <p:nvPr/>
        </p:nvSpPr>
        <p:spPr>
          <a:xfrm>
            <a:off x="4589496" y="1628557"/>
            <a:ext cx="3059235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ctr" anchorCtr="0">
            <a:no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Produkt Absicherung</a:t>
            </a:r>
          </a:p>
        </p:txBody>
      </p:sp>
      <p:sp>
        <p:nvSpPr>
          <p:cNvPr id="10" name="Abgerundetes Rechteck 53">
            <a:extLst>
              <a:ext uri="{FF2B5EF4-FFF2-40B4-BE49-F238E27FC236}">
                <a16:creationId xmlns:a16="http://schemas.microsoft.com/office/drawing/2014/main" id="{37B6B162-6378-6380-1EC8-C52B2F838BD4}"/>
              </a:ext>
            </a:extLst>
          </p:cNvPr>
          <p:cNvSpPr>
            <a:spLocks/>
          </p:cNvSpPr>
          <p:nvPr/>
        </p:nvSpPr>
        <p:spPr>
          <a:xfrm>
            <a:off x="3779402" y="2887730"/>
            <a:ext cx="4678171" cy="630000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54000" tIns="54000" rIns="54000" bIns="54000" rtlCol="0" anchor="t" anchorCtr="0">
            <a:noAutofit/>
          </a:bodyPr>
          <a:lstStyle/>
          <a:p>
            <a:r>
              <a:rPr lang="de-DE" sz="10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Analgen</a:t>
            </a:r>
          </a:p>
        </p:txBody>
      </p:sp>
      <p:sp>
        <p:nvSpPr>
          <p:cNvPr id="11" name="Abgerundetes Rechteck 53">
            <a:extLst>
              <a:ext uri="{FF2B5EF4-FFF2-40B4-BE49-F238E27FC236}">
                <a16:creationId xmlns:a16="http://schemas.microsoft.com/office/drawing/2014/main" id="{DD48DCBA-0520-B47D-DA46-A6AE3915D16E}"/>
              </a:ext>
            </a:extLst>
          </p:cNvPr>
          <p:cNvSpPr>
            <a:spLocks/>
          </p:cNvSpPr>
          <p:nvPr/>
        </p:nvSpPr>
        <p:spPr>
          <a:xfrm>
            <a:off x="4592217" y="3061979"/>
            <a:ext cx="979873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non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EasyPlanning</a:t>
            </a:r>
            <a:endParaRPr lang="de-DE" sz="8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2" name="Abgerundetes Rechteck 53">
            <a:extLst>
              <a:ext uri="{FF2B5EF4-FFF2-40B4-BE49-F238E27FC236}">
                <a16:creationId xmlns:a16="http://schemas.microsoft.com/office/drawing/2014/main" id="{C86FAA23-BC99-EB78-883D-EAFBF1F04E68}"/>
              </a:ext>
            </a:extLst>
          </p:cNvPr>
          <p:cNvSpPr>
            <a:spLocks/>
          </p:cNvSpPr>
          <p:nvPr/>
        </p:nvSpPr>
        <p:spPr>
          <a:xfrm>
            <a:off x="5808371" y="3061978"/>
            <a:ext cx="979873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AEMA</a:t>
            </a:r>
          </a:p>
        </p:txBody>
      </p:sp>
      <p:sp>
        <p:nvSpPr>
          <p:cNvPr id="13" name="Abgerundetes Rechteck 53">
            <a:extLst>
              <a:ext uri="{FF2B5EF4-FFF2-40B4-BE49-F238E27FC236}">
                <a16:creationId xmlns:a16="http://schemas.microsoft.com/office/drawing/2014/main" id="{887A8F8C-F2AD-D74C-8D1B-72EFD25DB1F7}"/>
              </a:ext>
            </a:extLst>
          </p:cNvPr>
          <p:cNvSpPr>
            <a:spLocks/>
          </p:cNvSpPr>
          <p:nvPr/>
        </p:nvSpPr>
        <p:spPr>
          <a:xfrm>
            <a:off x="7024525" y="3061978"/>
            <a:ext cx="979873" cy="281501"/>
          </a:xfrm>
          <a:prstGeom prst="roundRect">
            <a:avLst>
              <a:gd name="adj" fmla="val 850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txBody>
          <a:bodyPr wrap="square" lIns="144000" tIns="72000" rIns="144000" bIns="72000" rtlCol="0" anchor="ctr" anchorCtr="0">
            <a:spAutoFit/>
          </a:bodyPr>
          <a:lstStyle/>
          <a:p>
            <a:pPr algn="ctr"/>
            <a:r>
              <a:rPr lang="de-DE" sz="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Treca</a:t>
            </a:r>
          </a:p>
        </p:txBody>
      </p:sp>
    </p:spTree>
    <p:extLst>
      <p:ext uri="{BB962C8B-B14F-4D97-AF65-F5344CB8AC3E}">
        <p14:creationId xmlns:p14="http://schemas.microsoft.com/office/powerpoint/2010/main" val="154793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A949-931F-8D7E-7088-506669AB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14A1F7CA-B5BA-B3E9-AAED-F743CCCC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Knowledge Hub Dig. Anlagenplanung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9F63EB7-A286-E9A1-4317-29F10C98102C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42963D1-C5B3-455F-FD55-35A375B95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57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1E9F-030A-2145-FB76-B3C8A2DF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256B14A-EAFF-7638-5C83-DB4F9522A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Agentensystem Digitale Agentur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3B2DE1C-CA6C-C4CB-510B-05361A83C404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ED4F72F-EDD1-FDE0-8BE5-2628809D9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B5475D2-6539-4815-DCA3-57FAC8BBB9D8}"/>
              </a:ext>
            </a:extLst>
          </p:cNvPr>
          <p:cNvGrpSpPr/>
          <p:nvPr/>
        </p:nvGrpSpPr>
        <p:grpSpPr>
          <a:xfrm>
            <a:off x="5202547" y="2057206"/>
            <a:ext cx="1024463" cy="3824054"/>
            <a:chOff x="5202547" y="2275698"/>
            <a:chExt cx="1024463" cy="3824054"/>
          </a:xfrm>
        </p:grpSpPr>
        <p:sp>
          <p:nvSpPr>
            <p:cNvPr id="3" name="Abgerundetes Rechteck 2">
              <a:extLst>
                <a:ext uri="{FF2B5EF4-FFF2-40B4-BE49-F238E27FC236}">
                  <a16:creationId xmlns:a16="http://schemas.microsoft.com/office/drawing/2014/main" id="{4A480514-77E1-3B5E-D639-659818696CE5}"/>
                </a:ext>
              </a:extLst>
            </p:cNvPr>
            <p:cNvSpPr/>
            <p:nvPr/>
          </p:nvSpPr>
          <p:spPr>
            <a:xfrm>
              <a:off x="5202547" y="4460609"/>
              <a:ext cx="1024463" cy="1639143"/>
            </a:xfrm>
            <a:prstGeom prst="roundRect">
              <a:avLst>
                <a:gd name="adj" fmla="val 7548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  <a:scene3d>
              <a:camera prst="isometricOffAxis2Top"/>
              <a:lightRig rig="glow" dir="t">
                <a:rot lat="0" lon="0" rev="5400000"/>
              </a:lightRig>
            </a:scene3d>
            <a:sp3d extrusionH="228600" prstMaterial="flat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Abgerundetes Rechteck 3">
              <a:extLst>
                <a:ext uri="{FF2B5EF4-FFF2-40B4-BE49-F238E27FC236}">
                  <a16:creationId xmlns:a16="http://schemas.microsoft.com/office/drawing/2014/main" id="{91F5F9E9-452E-3B83-6210-345BF6499866}"/>
                </a:ext>
              </a:extLst>
            </p:cNvPr>
            <p:cNvSpPr/>
            <p:nvPr/>
          </p:nvSpPr>
          <p:spPr>
            <a:xfrm>
              <a:off x="5202547" y="4023627"/>
              <a:ext cx="1024463" cy="1639143"/>
            </a:xfrm>
            <a:prstGeom prst="roundRect">
              <a:avLst>
                <a:gd name="adj" fmla="val 754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scene3d>
              <a:camera prst="isometricOffAxis2Top"/>
              <a:lightRig rig="glow" dir="t">
                <a:rot lat="0" lon="0" rev="5400000"/>
              </a:lightRig>
            </a:scene3d>
            <a:sp3d extrusionH="228600" prstMaterial="flat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Abgerundetes Rechteck 4">
              <a:extLst>
                <a:ext uri="{FF2B5EF4-FFF2-40B4-BE49-F238E27FC236}">
                  <a16:creationId xmlns:a16="http://schemas.microsoft.com/office/drawing/2014/main" id="{F3380885-60C4-E099-046B-467760F20067}"/>
                </a:ext>
              </a:extLst>
            </p:cNvPr>
            <p:cNvSpPr/>
            <p:nvPr/>
          </p:nvSpPr>
          <p:spPr>
            <a:xfrm>
              <a:off x="5202547" y="3586646"/>
              <a:ext cx="1024463" cy="1639143"/>
            </a:xfrm>
            <a:prstGeom prst="roundRect">
              <a:avLst>
                <a:gd name="adj" fmla="val 754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scene3d>
              <a:camera prst="isometricOffAxis2Top"/>
              <a:lightRig rig="glow" dir="t">
                <a:rot lat="0" lon="0" rev="5400000"/>
              </a:lightRig>
            </a:scene3d>
            <a:sp3d extrusionH="228600" prstMaterial="flat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Abgerundetes Rechteck 8">
              <a:extLst>
                <a:ext uri="{FF2B5EF4-FFF2-40B4-BE49-F238E27FC236}">
                  <a16:creationId xmlns:a16="http://schemas.microsoft.com/office/drawing/2014/main" id="{DA21EDED-1F45-C4CF-06B7-BF93A292B2DC}"/>
                </a:ext>
              </a:extLst>
            </p:cNvPr>
            <p:cNvSpPr/>
            <p:nvPr/>
          </p:nvSpPr>
          <p:spPr>
            <a:xfrm>
              <a:off x="5202547" y="3149663"/>
              <a:ext cx="1024463" cy="1639143"/>
            </a:xfrm>
            <a:prstGeom prst="roundRect">
              <a:avLst>
                <a:gd name="adj" fmla="val 754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scene3d>
              <a:camera prst="isometricOffAxis2Top"/>
              <a:lightRig rig="glow" dir="t">
                <a:rot lat="0" lon="0" rev="5400000"/>
              </a:lightRig>
            </a:scene3d>
            <a:sp3d extrusionH="228600" prstMaterial="flat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Abgerundetes Rechteck 9">
              <a:extLst>
                <a:ext uri="{FF2B5EF4-FFF2-40B4-BE49-F238E27FC236}">
                  <a16:creationId xmlns:a16="http://schemas.microsoft.com/office/drawing/2014/main" id="{DF0AD290-2FF4-1BCC-2614-5BF99B75671B}"/>
                </a:ext>
              </a:extLst>
            </p:cNvPr>
            <p:cNvSpPr/>
            <p:nvPr/>
          </p:nvSpPr>
          <p:spPr>
            <a:xfrm>
              <a:off x="5202547" y="2712680"/>
              <a:ext cx="1024463" cy="1639143"/>
            </a:xfrm>
            <a:prstGeom prst="roundRect">
              <a:avLst>
                <a:gd name="adj" fmla="val 754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scene3d>
              <a:camera prst="isometricOffAxis2Top"/>
              <a:lightRig rig="glow" dir="t">
                <a:rot lat="0" lon="0" rev="5400000"/>
              </a:lightRig>
            </a:scene3d>
            <a:sp3d extrusionH="228600" prstMaterial="flat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Abgerundetes Rechteck 10">
              <a:extLst>
                <a:ext uri="{FF2B5EF4-FFF2-40B4-BE49-F238E27FC236}">
                  <a16:creationId xmlns:a16="http://schemas.microsoft.com/office/drawing/2014/main" id="{A1B154FB-FFD1-A8CB-EB5B-11D639A6020A}"/>
                </a:ext>
              </a:extLst>
            </p:cNvPr>
            <p:cNvSpPr/>
            <p:nvPr/>
          </p:nvSpPr>
          <p:spPr>
            <a:xfrm>
              <a:off x="5202547" y="2275698"/>
              <a:ext cx="1024463" cy="1639143"/>
            </a:xfrm>
            <a:prstGeom prst="roundRect">
              <a:avLst>
                <a:gd name="adj" fmla="val 7548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  <a:scene3d>
              <a:camera prst="isometricOffAxis2Top"/>
              <a:lightRig rig="threePt" dir="t"/>
            </a:scene3d>
            <a:sp3d extrusionH="228600" prstMaterial="legacyWirefram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2" name="Rechteckiger Pfeil 11">
            <a:extLst>
              <a:ext uri="{FF2B5EF4-FFF2-40B4-BE49-F238E27FC236}">
                <a16:creationId xmlns:a16="http://schemas.microsoft.com/office/drawing/2014/main" id="{56BD8D7F-C047-F2E5-95AE-1F6A21117042}"/>
              </a:ext>
            </a:extLst>
          </p:cNvPr>
          <p:cNvSpPr/>
          <p:nvPr/>
        </p:nvSpPr>
        <p:spPr>
          <a:xfrm rot="5400000">
            <a:off x="9650505" y="2482938"/>
            <a:ext cx="1053031" cy="1289427"/>
          </a:xfrm>
          <a:prstGeom prst="bentArrow">
            <a:avLst>
              <a:gd name="adj1" fmla="val 10738"/>
              <a:gd name="adj2" fmla="val 14511"/>
              <a:gd name="adj3" fmla="val 17230"/>
              <a:gd name="adj4" fmla="val 45287"/>
            </a:avLst>
          </a:prstGeom>
          <a:gradFill>
            <a:gsLst>
              <a:gs pos="0">
                <a:schemeClr val="accent1"/>
              </a:gs>
              <a:gs pos="99000">
                <a:schemeClr val="accent3"/>
              </a:gs>
            </a:gsLst>
            <a:lin ang="18900000" scaled="0"/>
          </a:gradFill>
          <a:ln>
            <a:noFill/>
          </a:ln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Pfeil nach rechts 12">
            <a:extLst>
              <a:ext uri="{FF2B5EF4-FFF2-40B4-BE49-F238E27FC236}">
                <a16:creationId xmlns:a16="http://schemas.microsoft.com/office/drawing/2014/main" id="{FF155806-DD8B-658D-8642-2444AD55703A}"/>
              </a:ext>
            </a:extLst>
          </p:cNvPr>
          <p:cNvSpPr/>
          <p:nvPr/>
        </p:nvSpPr>
        <p:spPr>
          <a:xfrm>
            <a:off x="7736673" y="2557498"/>
            <a:ext cx="520127" cy="19840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links und rechts 13">
            <a:extLst>
              <a:ext uri="{FF2B5EF4-FFF2-40B4-BE49-F238E27FC236}">
                <a16:creationId xmlns:a16="http://schemas.microsoft.com/office/drawing/2014/main" id="{8C3C3960-1F88-BBC2-4F64-19A7CE71E9AA}"/>
              </a:ext>
            </a:extLst>
          </p:cNvPr>
          <p:cNvSpPr/>
          <p:nvPr/>
        </p:nvSpPr>
        <p:spPr>
          <a:xfrm rot="19800000">
            <a:off x="11503350" y="3515550"/>
            <a:ext cx="568603" cy="157405"/>
          </a:xfrm>
          <a:prstGeom prst="left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bgerundetes Rechteck 53">
            <a:extLst>
              <a:ext uri="{FF2B5EF4-FFF2-40B4-BE49-F238E27FC236}">
                <a16:creationId xmlns:a16="http://schemas.microsoft.com/office/drawing/2014/main" id="{A2B58C35-ED38-A6AD-8113-E3378399128D}"/>
              </a:ext>
            </a:extLst>
          </p:cNvPr>
          <p:cNvSpPr/>
          <p:nvPr/>
        </p:nvSpPr>
        <p:spPr>
          <a:xfrm>
            <a:off x="7016639" y="3215858"/>
            <a:ext cx="2833446" cy="1560452"/>
          </a:xfrm>
          <a:prstGeom prst="roundRect">
            <a:avLst>
              <a:gd name="adj" fmla="val 829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36000" rIns="90000" bIns="36000" rtlCol="0" anchor="ctr">
            <a:spAutoFit/>
          </a:bodyPr>
          <a:lstStyle/>
          <a:p>
            <a:r>
              <a:rPr lang="de-DE" sz="1200" b="1" dirty="0">
                <a:solidFill>
                  <a:schemeClr val="tx1"/>
                </a:solidFill>
              </a:rPr>
              <a:t>Modellmanagement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Dokumentationen erzeugen und pflegen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Anwendungsmodelle erkennen und erweitern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Konfigurationen verstehen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Geschäftslogiken beschreiben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Konsistenzprüfung von Anwendungsmodell, Konfigurationen und Oberflächen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3601567-DC80-7A38-E83B-1F8D89A9F13C}"/>
              </a:ext>
            </a:extLst>
          </p:cNvPr>
          <p:cNvGrpSpPr/>
          <p:nvPr/>
        </p:nvGrpSpPr>
        <p:grpSpPr>
          <a:xfrm>
            <a:off x="8352541" y="2472570"/>
            <a:ext cx="1084025" cy="365186"/>
            <a:chOff x="4004912" y="5166526"/>
            <a:chExt cx="825730" cy="277995"/>
          </a:xfrm>
        </p:grpSpPr>
        <p:sp>
          <p:nvSpPr>
            <p:cNvPr id="17" name="Abgerundetes Rechteck 53">
              <a:extLst>
                <a:ext uri="{FF2B5EF4-FFF2-40B4-BE49-F238E27FC236}">
                  <a16:creationId xmlns:a16="http://schemas.microsoft.com/office/drawing/2014/main" id="{AD40F614-A852-84D7-2F7A-20089ECA1BF3}"/>
                </a:ext>
              </a:extLst>
            </p:cNvPr>
            <p:cNvSpPr/>
            <p:nvPr/>
          </p:nvSpPr>
          <p:spPr>
            <a:xfrm>
              <a:off x="4004912" y="5166526"/>
              <a:ext cx="825730" cy="277995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</a:ln>
            <a:effectLst>
              <a:outerShdw blurRad="203200" dist="76200" dir="5400000" algn="t" rotWithShape="0">
                <a:schemeClr val="accent1">
                  <a:lumMod val="50000"/>
                  <a:alpha val="20000"/>
                </a:schemeClr>
              </a:outerShdw>
            </a:effectLst>
          </p:spPr>
          <p:txBody>
            <a:bodyPr wrap="square" lIns="90000" tIns="54000" rIns="90000" bIns="54000" rtlCol="0" anchor="ctr" anchorCtr="0">
              <a:noAutofit/>
            </a:bodyPr>
            <a:lstStyle/>
            <a:p>
              <a:pPr algn="ctr"/>
              <a:r>
                <a:rPr lang="de-DE" sz="1200" dirty="0">
                  <a:solidFill>
                    <a:schemeClr val="accent1">
                      <a:lumMod val="75000"/>
                    </a:schemeClr>
                  </a:solidFill>
                </a:rPr>
                <a:t>App</a:t>
              </a:r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748E0458-8C0F-066B-1DC4-E863B0C5B3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73493" y="5251526"/>
              <a:ext cx="108711" cy="108000"/>
              <a:chOff x="6525116" y="495948"/>
              <a:chExt cx="139150" cy="138241"/>
            </a:xfrm>
          </p:grpSpPr>
          <p:pic>
            <p:nvPicPr>
              <p:cNvPr id="19" name="Grafik 18">
                <a:extLst>
                  <a:ext uri="{FF2B5EF4-FFF2-40B4-BE49-F238E27FC236}">
                    <a16:creationId xmlns:a16="http://schemas.microsoft.com/office/drawing/2014/main" id="{66DB7C04-9B96-29A8-B11E-A22C5288F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526026" y="495948"/>
                <a:ext cx="138240" cy="138241"/>
              </a:xfrm>
              <a:prstGeom prst="rect">
                <a:avLst/>
              </a:prstGeom>
            </p:spPr>
          </p:pic>
          <p:sp>
            <p:nvSpPr>
              <p:cNvPr id="20" name="Abgerundetes Rechteck 56">
                <a:extLst>
                  <a:ext uri="{FF2B5EF4-FFF2-40B4-BE49-F238E27FC236}">
                    <a16:creationId xmlns:a16="http://schemas.microsoft.com/office/drawing/2014/main" id="{D318A445-3724-4892-E50E-98057A4840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25116" y="495950"/>
                <a:ext cx="138240" cy="138239"/>
              </a:xfrm>
              <a:prstGeom prst="roundRect">
                <a:avLst>
                  <a:gd name="adj" fmla="val 13186"/>
                </a:avLst>
              </a:prstGeom>
              <a:noFill/>
              <a:ln w="222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32000" tIns="54000" bIns="54000" rtlCol="0" anchor="ctr"/>
              <a:lstStyle/>
              <a:p>
                <a:pPr algn="ctr"/>
                <a:endParaRPr lang="de-DE" sz="800" dirty="0"/>
              </a:p>
            </p:txBody>
          </p:sp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902AC2AB-0337-36D9-793D-7D4F521B5631}"/>
              </a:ext>
            </a:extLst>
          </p:cNvPr>
          <p:cNvGrpSpPr/>
          <p:nvPr/>
        </p:nvGrpSpPr>
        <p:grpSpPr>
          <a:xfrm>
            <a:off x="9895671" y="3681068"/>
            <a:ext cx="1579279" cy="552599"/>
            <a:chOff x="7864504" y="3681068"/>
            <a:chExt cx="1579279" cy="552599"/>
          </a:xfrm>
        </p:grpSpPr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59A5E79C-2E96-15C2-8F80-6BDCF6660736}"/>
                </a:ext>
              </a:extLst>
            </p:cNvPr>
            <p:cNvSpPr txBox="1"/>
            <p:nvPr/>
          </p:nvSpPr>
          <p:spPr>
            <a:xfrm>
              <a:off x="7864504" y="3956668"/>
              <a:ext cx="15792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>
                  <a:solidFill>
                    <a:schemeClr val="accent3"/>
                  </a:solidFill>
                </a:rPr>
                <a:t>Autonome Agenten</a:t>
              </a: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3DFF8782-01FB-FD03-2434-F5483BB74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04019" y="3681068"/>
              <a:ext cx="288000" cy="288000"/>
            </a:xfrm>
            <a:prstGeom prst="rect">
              <a:avLst/>
            </a:prstGeom>
          </p:spPr>
        </p:pic>
      </p:grpSp>
      <p:cxnSp>
        <p:nvCxnSpPr>
          <p:cNvPr id="24" name="Gekrümmte Verbindung 23">
            <a:extLst>
              <a:ext uri="{FF2B5EF4-FFF2-40B4-BE49-F238E27FC236}">
                <a16:creationId xmlns:a16="http://schemas.microsoft.com/office/drawing/2014/main" id="{7843CD32-1E6D-961E-B731-0279A9ADA580}"/>
              </a:ext>
            </a:extLst>
          </p:cNvPr>
          <p:cNvCxnSpPr>
            <a:stCxn id="51" idx="2"/>
          </p:cNvCxnSpPr>
          <p:nvPr/>
        </p:nvCxnSpPr>
        <p:spPr>
          <a:xfrm rot="5400000">
            <a:off x="10757932" y="2191283"/>
            <a:ext cx="485870" cy="643362"/>
          </a:xfrm>
          <a:prstGeom prst="curvedConnector2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feil nach rechts 24">
            <a:extLst>
              <a:ext uri="{FF2B5EF4-FFF2-40B4-BE49-F238E27FC236}">
                <a16:creationId xmlns:a16="http://schemas.microsoft.com/office/drawing/2014/main" id="{4CEB499D-0DAE-5DF1-A24D-D445C81A531F}"/>
              </a:ext>
            </a:extLst>
          </p:cNvPr>
          <p:cNvSpPr/>
          <p:nvPr/>
        </p:nvSpPr>
        <p:spPr>
          <a:xfrm rot="10800000">
            <a:off x="7023683" y="5385285"/>
            <a:ext cx="230399" cy="198401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B6B5026-C565-A06B-9C30-5A8CDC97620F}"/>
              </a:ext>
            </a:extLst>
          </p:cNvPr>
          <p:cNvSpPr/>
          <p:nvPr/>
        </p:nvSpPr>
        <p:spPr>
          <a:xfrm>
            <a:off x="8442575" y="5436406"/>
            <a:ext cx="319320" cy="1071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iger Pfeil 26">
            <a:extLst>
              <a:ext uri="{FF2B5EF4-FFF2-40B4-BE49-F238E27FC236}">
                <a16:creationId xmlns:a16="http://schemas.microsoft.com/office/drawing/2014/main" id="{12A5DC2F-BCF6-01F4-3A51-C131E9E26980}"/>
              </a:ext>
            </a:extLst>
          </p:cNvPr>
          <p:cNvSpPr/>
          <p:nvPr/>
        </p:nvSpPr>
        <p:spPr>
          <a:xfrm rot="10800000">
            <a:off x="9666710" y="4347098"/>
            <a:ext cx="1053031" cy="1289427"/>
          </a:xfrm>
          <a:prstGeom prst="bentArrow">
            <a:avLst>
              <a:gd name="adj1" fmla="val 10738"/>
              <a:gd name="adj2" fmla="val 14511"/>
              <a:gd name="adj3" fmla="val 17230"/>
              <a:gd name="adj4" fmla="val 45287"/>
            </a:avLst>
          </a:prstGeom>
          <a:gradFill>
            <a:gsLst>
              <a:gs pos="0">
                <a:schemeClr val="accent1"/>
              </a:gs>
              <a:gs pos="99000">
                <a:schemeClr val="accent3"/>
              </a:gs>
            </a:gsLst>
            <a:lin ang="18900000" scaled="0"/>
          </a:gradFill>
          <a:ln>
            <a:noFill/>
          </a:ln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5F891E8-1591-B7F5-4686-3F51868AFB77}"/>
              </a:ext>
            </a:extLst>
          </p:cNvPr>
          <p:cNvGrpSpPr/>
          <p:nvPr/>
        </p:nvGrpSpPr>
        <p:grpSpPr>
          <a:xfrm>
            <a:off x="7309262" y="5337005"/>
            <a:ext cx="1133313" cy="276999"/>
            <a:chOff x="6155494" y="5337005"/>
            <a:chExt cx="1133313" cy="276999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64169E6A-AF67-238F-9B25-4D4CDCC45B79}"/>
                </a:ext>
              </a:extLst>
            </p:cNvPr>
            <p:cNvSpPr txBox="1"/>
            <p:nvPr/>
          </p:nvSpPr>
          <p:spPr>
            <a:xfrm>
              <a:off x="6336301" y="5337005"/>
              <a:ext cx="9525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Repository</a:t>
              </a:r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8EE3A7B6-44F4-0F8D-DD1F-4F17F58FF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55494" y="5360304"/>
              <a:ext cx="230400" cy="230400"/>
            </a:xfrm>
            <a:prstGeom prst="rect">
              <a:avLst/>
            </a:prstGeom>
          </p:spPr>
        </p:pic>
      </p:grpSp>
      <p:cxnSp>
        <p:nvCxnSpPr>
          <p:cNvPr id="31" name="Gekrümmte Verbindung 30">
            <a:extLst>
              <a:ext uri="{FF2B5EF4-FFF2-40B4-BE49-F238E27FC236}">
                <a16:creationId xmlns:a16="http://schemas.microsoft.com/office/drawing/2014/main" id="{5E9E13D9-9867-3F45-A954-38EA3AD3B843}"/>
              </a:ext>
            </a:extLst>
          </p:cNvPr>
          <p:cNvCxnSpPr>
            <a:cxnSpLocks/>
            <a:stCxn id="54" idx="0"/>
            <a:endCxn id="25" idx="0"/>
          </p:cNvCxnSpPr>
          <p:nvPr/>
        </p:nvCxnSpPr>
        <p:spPr>
          <a:xfrm rot="16200000" flipV="1">
            <a:off x="7147405" y="5559165"/>
            <a:ext cx="441301" cy="490344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60DA2EF7-D77A-5571-9BAB-F6551846FA1E}"/>
              </a:ext>
            </a:extLst>
          </p:cNvPr>
          <p:cNvGrpSpPr/>
          <p:nvPr/>
        </p:nvGrpSpPr>
        <p:grpSpPr>
          <a:xfrm>
            <a:off x="12100352" y="3238343"/>
            <a:ext cx="1467069" cy="1470740"/>
            <a:chOff x="10069185" y="3460540"/>
            <a:chExt cx="1467069" cy="1470740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238A7AA2-83FC-A5C2-0880-6BDA5ACBFCAA}"/>
                </a:ext>
              </a:extLst>
            </p:cNvPr>
            <p:cNvGrpSpPr/>
            <p:nvPr/>
          </p:nvGrpSpPr>
          <p:grpSpPr>
            <a:xfrm>
              <a:off x="10069185" y="3460540"/>
              <a:ext cx="1467069" cy="576444"/>
              <a:chOff x="10069185" y="3681068"/>
              <a:chExt cx="1467069" cy="576444"/>
            </a:xfrm>
          </p:grpSpPr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6B392E06-3260-A3C7-418E-82B20B8E41CC}"/>
                  </a:ext>
                </a:extLst>
              </p:cNvPr>
              <p:cNvSpPr txBox="1"/>
              <p:nvPr/>
            </p:nvSpPr>
            <p:spPr>
              <a:xfrm>
                <a:off x="10069185" y="3980513"/>
                <a:ext cx="14670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>
                    <a:solidFill>
                      <a:schemeClr val="accent3"/>
                    </a:solidFill>
                  </a:rPr>
                  <a:t>Interaktiver Agent</a:t>
                </a:r>
              </a:p>
            </p:txBody>
          </p:sp>
          <p:pic>
            <p:nvPicPr>
              <p:cNvPr id="38" name="Grafik 37">
                <a:extLst>
                  <a:ext uri="{FF2B5EF4-FFF2-40B4-BE49-F238E27FC236}">
                    <a16:creationId xmlns:a16="http://schemas.microsoft.com/office/drawing/2014/main" id="{CBF054D6-0AC6-AF3C-2B59-6C7D4CCAC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51531" y="3681068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7B7B9334-BDD7-B030-35E7-3B6C0ADEB43E}"/>
                </a:ext>
              </a:extLst>
            </p:cNvPr>
            <p:cNvGrpSpPr/>
            <p:nvPr/>
          </p:nvGrpSpPr>
          <p:grpSpPr>
            <a:xfrm>
              <a:off x="10116477" y="4354836"/>
              <a:ext cx="1372492" cy="576444"/>
              <a:chOff x="10116477" y="3681068"/>
              <a:chExt cx="1372492" cy="576444"/>
            </a:xfrm>
          </p:grpSpPr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4569E2DA-7926-CCE2-AF58-CDBD104423E0}"/>
                  </a:ext>
                </a:extLst>
              </p:cNvPr>
              <p:cNvSpPr txBox="1"/>
              <p:nvPr/>
            </p:nvSpPr>
            <p:spPr>
              <a:xfrm>
                <a:off x="10116477" y="3980513"/>
                <a:ext cx="13724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>
                    <a:solidFill>
                      <a:schemeClr val="tx2">
                        <a:lumMod val="75000"/>
                      </a:schemeClr>
                    </a:solidFill>
                  </a:rPr>
                  <a:t>Externe Agenten</a:t>
                </a:r>
              </a:p>
            </p:txBody>
          </p:sp>
          <p:pic>
            <p:nvPicPr>
              <p:cNvPr id="36" name="Grafik 35">
                <a:extLst>
                  <a:ext uri="{FF2B5EF4-FFF2-40B4-BE49-F238E27FC236}">
                    <a16:creationId xmlns:a16="http://schemas.microsoft.com/office/drawing/2014/main" id="{24F805C5-C778-A0AF-141C-CA716D819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651531" y="3681068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39" name="Pfeil nach links und rechts 38">
            <a:extLst>
              <a:ext uri="{FF2B5EF4-FFF2-40B4-BE49-F238E27FC236}">
                <a16:creationId xmlns:a16="http://schemas.microsoft.com/office/drawing/2014/main" id="{3926C2C0-B008-817B-7300-C6B41082CDE2}"/>
              </a:ext>
            </a:extLst>
          </p:cNvPr>
          <p:cNvSpPr/>
          <p:nvPr/>
        </p:nvSpPr>
        <p:spPr>
          <a:xfrm rot="1800000" flipV="1">
            <a:off x="11503350" y="4218194"/>
            <a:ext cx="568603" cy="157405"/>
          </a:xfrm>
          <a:prstGeom prst="left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B77108A0-83C5-D6FD-03AA-CB47D20D2C57}"/>
              </a:ext>
            </a:extLst>
          </p:cNvPr>
          <p:cNvGrpSpPr/>
          <p:nvPr/>
        </p:nvGrpSpPr>
        <p:grpSpPr>
          <a:xfrm>
            <a:off x="7021798" y="2338126"/>
            <a:ext cx="630000" cy="630637"/>
            <a:chOff x="993910" y="2029622"/>
            <a:chExt cx="630000" cy="630637"/>
          </a:xfrm>
        </p:grpSpPr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56C66FDC-8000-12D9-B3E6-65C0234F1850}"/>
                </a:ext>
              </a:extLst>
            </p:cNvPr>
            <p:cNvSpPr txBox="1"/>
            <p:nvPr/>
          </p:nvSpPr>
          <p:spPr>
            <a:xfrm>
              <a:off x="993910" y="2029622"/>
              <a:ext cx="630000" cy="630637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bg1">
                      <a:lumMod val="75000"/>
                      <a:alpha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76200" dir="5400000" algn="t" rotWithShape="0">
                <a:schemeClr val="bg2">
                  <a:lumMod val="50000"/>
                  <a:alpha val="20000"/>
                </a:schemeClr>
              </a:outerShdw>
            </a:effectLst>
          </p:spPr>
          <p:txBody>
            <a:bodyPr wrap="square" lIns="90000" tIns="54000" rIns="90000" bIns="54000" rtlCol="0" anchor="t" anchorCtr="0">
              <a:no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endParaRPr lang="de-DE" dirty="0"/>
            </a:p>
          </p:txBody>
        </p: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F3F3EC8F-8630-8146-69E5-F3A1C843A466}"/>
                </a:ext>
              </a:extLst>
            </p:cNvPr>
            <p:cNvGrpSpPr/>
            <p:nvPr/>
          </p:nvGrpSpPr>
          <p:grpSpPr>
            <a:xfrm>
              <a:off x="1128910" y="2115133"/>
              <a:ext cx="360000" cy="459977"/>
              <a:chOff x="1128910" y="2109533"/>
              <a:chExt cx="360000" cy="459977"/>
            </a:xfrm>
          </p:grpSpPr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A9C478F5-1B62-2ABB-A190-20D6F5A4A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 bwMode="auto">
              <a:xfrm>
                <a:off x="1128910" y="2209510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44" name="Grafik 43">
                <a:extLst>
                  <a:ext uri="{FF2B5EF4-FFF2-40B4-BE49-F238E27FC236}">
                    <a16:creationId xmlns:a16="http://schemas.microsoft.com/office/drawing/2014/main" id="{B8B95916-D27A-8187-0EAD-23500ACEF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34515" y="2109533"/>
                <a:ext cx="144000" cy="144000"/>
              </a:xfrm>
              <a:prstGeom prst="rect">
                <a:avLst/>
              </a:prstGeom>
            </p:spPr>
          </p:pic>
        </p:grp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16D3EC20-F908-3702-6296-016E4006B941}"/>
              </a:ext>
            </a:extLst>
          </p:cNvPr>
          <p:cNvGrpSpPr/>
          <p:nvPr/>
        </p:nvGrpSpPr>
        <p:grpSpPr>
          <a:xfrm>
            <a:off x="8902307" y="5154412"/>
            <a:ext cx="630000" cy="630637"/>
            <a:chOff x="6871140" y="5154412"/>
            <a:chExt cx="630000" cy="630637"/>
          </a:xfrm>
        </p:grpSpPr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A643CED-69C2-C379-43AB-5F47BBA174FC}"/>
                </a:ext>
              </a:extLst>
            </p:cNvPr>
            <p:cNvSpPr txBox="1"/>
            <p:nvPr/>
          </p:nvSpPr>
          <p:spPr>
            <a:xfrm>
              <a:off x="6871140" y="5154412"/>
              <a:ext cx="630000" cy="630637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0">
                    <a:schemeClr val="bg1">
                      <a:lumMod val="75000"/>
                      <a:alpha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76200" dir="5400000" algn="t" rotWithShape="0">
                <a:schemeClr val="bg2">
                  <a:lumMod val="50000"/>
                  <a:alpha val="20000"/>
                </a:schemeClr>
              </a:outerShdw>
            </a:effectLst>
          </p:spPr>
          <p:txBody>
            <a:bodyPr wrap="square" lIns="90000" tIns="54000" rIns="90000" bIns="54000" rtlCol="0" anchor="t" anchorCtr="0">
              <a:no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endParaRPr lang="de-DE" dirty="0"/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50ADD861-A429-7B5F-6C89-60606424E99F}"/>
                </a:ext>
              </a:extLst>
            </p:cNvPr>
            <p:cNvGrpSpPr/>
            <p:nvPr/>
          </p:nvGrpSpPr>
          <p:grpSpPr>
            <a:xfrm>
              <a:off x="7006140" y="5239923"/>
              <a:ext cx="360000" cy="459977"/>
              <a:chOff x="7006140" y="5239923"/>
              <a:chExt cx="360000" cy="459977"/>
            </a:xfrm>
          </p:grpSpPr>
          <p:pic>
            <p:nvPicPr>
              <p:cNvPr id="48" name="Grafik 47">
                <a:extLst>
                  <a:ext uri="{FF2B5EF4-FFF2-40B4-BE49-F238E27FC236}">
                    <a16:creationId xmlns:a16="http://schemas.microsoft.com/office/drawing/2014/main" id="{476E04A6-A61D-B112-F449-BBE27C665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 bwMode="auto">
              <a:xfrm>
                <a:off x="7006140" y="5339900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49" name="Grafik 48">
                <a:extLst>
                  <a:ext uri="{FF2B5EF4-FFF2-40B4-BE49-F238E27FC236}">
                    <a16:creationId xmlns:a16="http://schemas.microsoft.com/office/drawing/2014/main" id="{56C2760F-BBE1-E81D-D6BB-27209B64DE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111745" y="5239923"/>
                <a:ext cx="144000" cy="144000"/>
              </a:xfrm>
              <a:prstGeom prst="rect">
                <a:avLst/>
              </a:prstGeom>
            </p:spPr>
          </p:pic>
        </p:grp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A9BC335-31D7-A9C1-0650-8AEEBB7B4CCD}"/>
              </a:ext>
            </a:extLst>
          </p:cNvPr>
          <p:cNvGrpSpPr/>
          <p:nvPr/>
        </p:nvGrpSpPr>
        <p:grpSpPr>
          <a:xfrm>
            <a:off x="10679186" y="1945061"/>
            <a:ext cx="1286724" cy="324968"/>
            <a:chOff x="6603137" y="1353970"/>
            <a:chExt cx="1286724" cy="324968"/>
          </a:xfrm>
        </p:grpSpPr>
        <p:sp>
          <p:nvSpPr>
            <p:cNvPr id="51" name="Abgerundetes Rechteck 53">
              <a:extLst>
                <a:ext uri="{FF2B5EF4-FFF2-40B4-BE49-F238E27FC236}">
                  <a16:creationId xmlns:a16="http://schemas.microsoft.com/office/drawing/2014/main" id="{153797BD-9777-9797-4C34-C49A83BDF702}"/>
                </a:ext>
              </a:extLst>
            </p:cNvPr>
            <p:cNvSpPr/>
            <p:nvPr/>
          </p:nvSpPr>
          <p:spPr>
            <a:xfrm>
              <a:off x="6603137" y="1353970"/>
              <a:ext cx="1286724" cy="324968"/>
            </a:xfrm>
            <a:prstGeom prst="roundRect">
              <a:avLst/>
            </a:prstGeom>
            <a:noFill/>
            <a:ln w="1270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/>
                  </a:gs>
                </a:gsLst>
                <a:lin ang="2700000" scaled="1"/>
                <a:tileRect/>
              </a:gradFill>
            </a:ln>
            <a:effectLst>
              <a:outerShdw blurRad="203200" dist="76200" dir="5400000" algn="t" rotWithShape="0">
                <a:schemeClr val="accent1">
                  <a:lumMod val="50000"/>
                  <a:alpha val="20000"/>
                </a:schemeClr>
              </a:outerShdw>
            </a:effectLst>
          </p:spPr>
          <p:txBody>
            <a:bodyPr wrap="none" lIns="360000" tIns="54000" rIns="90000" bIns="54000" rtlCol="0" anchor="ctr" anchorCtr="0">
              <a:spAutoFit/>
            </a:bodyPr>
            <a:lstStyle/>
            <a:p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Gedächtnis</a:t>
              </a:r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F4EEE3AA-A976-65A7-80E2-BAE3DBDCC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649763" y="1402154"/>
              <a:ext cx="228600" cy="228600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53BFACA5-5C90-A4A7-8318-384BC0426A39}"/>
              </a:ext>
            </a:extLst>
          </p:cNvPr>
          <p:cNvGrpSpPr/>
          <p:nvPr/>
        </p:nvGrpSpPr>
        <p:grpSpPr>
          <a:xfrm>
            <a:off x="6649031" y="6024987"/>
            <a:ext cx="1928392" cy="324968"/>
            <a:chOff x="8994529" y="5824042"/>
            <a:chExt cx="1928392" cy="324968"/>
          </a:xfrm>
        </p:grpSpPr>
        <p:sp>
          <p:nvSpPr>
            <p:cNvPr id="54" name="Abgerundetes Rechteck 53">
              <a:extLst>
                <a:ext uri="{FF2B5EF4-FFF2-40B4-BE49-F238E27FC236}">
                  <a16:creationId xmlns:a16="http://schemas.microsoft.com/office/drawing/2014/main" id="{508489E5-CBA1-C168-0AAA-42925CC04210}"/>
                </a:ext>
              </a:extLst>
            </p:cNvPr>
            <p:cNvSpPr/>
            <p:nvPr/>
          </p:nvSpPr>
          <p:spPr>
            <a:xfrm>
              <a:off x="8994529" y="5824042"/>
              <a:ext cx="1928392" cy="324968"/>
            </a:xfrm>
            <a:prstGeom prst="roundRect">
              <a:avLst/>
            </a:prstGeom>
            <a:noFill/>
            <a:ln w="1270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/>
                  </a:gs>
                </a:gsLst>
                <a:lin ang="2700000" scaled="1"/>
                <a:tileRect/>
              </a:gradFill>
            </a:ln>
            <a:effectLst>
              <a:outerShdw blurRad="203200" dist="76200" dir="5400000" algn="t" rotWithShape="0">
                <a:schemeClr val="accent1">
                  <a:lumMod val="50000"/>
                  <a:alpha val="20000"/>
                </a:schemeClr>
              </a:outerShdw>
            </a:effectLst>
          </p:spPr>
          <p:txBody>
            <a:bodyPr wrap="none" lIns="360000" tIns="54000" rIns="90000" bIns="54000" rtlCol="0" anchor="ctr" anchorCtr="0">
              <a:spAutoFit/>
            </a:bodyPr>
            <a:lstStyle/>
            <a:p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Reverse Engineering</a:t>
              </a:r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9D67DA9C-C59D-F721-AC14-632F121D8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041155" y="5872226"/>
              <a:ext cx="228600" cy="228600"/>
            </a:xfrm>
            <a:prstGeom prst="rect">
              <a:avLst/>
            </a:prstGeom>
          </p:spPr>
        </p:pic>
      </p:grpSp>
      <p:sp>
        <p:nvSpPr>
          <p:cNvPr id="56" name="Abgerundetes Rechteck 53">
            <a:extLst>
              <a:ext uri="{FF2B5EF4-FFF2-40B4-BE49-F238E27FC236}">
                <a16:creationId xmlns:a16="http://schemas.microsoft.com/office/drawing/2014/main" id="{BE9F1E8B-554B-8ECF-68FE-0720E8D83D34}"/>
              </a:ext>
            </a:extLst>
          </p:cNvPr>
          <p:cNvSpPr/>
          <p:nvPr/>
        </p:nvSpPr>
        <p:spPr>
          <a:xfrm>
            <a:off x="2035082" y="2521341"/>
            <a:ext cx="2320923" cy="1076463"/>
          </a:xfrm>
          <a:prstGeom prst="roundRect">
            <a:avLst>
              <a:gd name="adj" fmla="val 829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203200" dist="76200" dir="5400000" algn="t" rotWithShape="0">
              <a:schemeClr val="tx1">
                <a:lumMod val="90000"/>
                <a:lumOff val="1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36000" rIns="90000" bIns="36000" rtlCol="0" anchor="ctr">
            <a:spAutoFit/>
          </a:bodyPr>
          <a:lstStyle/>
          <a:p>
            <a:r>
              <a:rPr lang="de-DE" sz="1200" b="1" dirty="0">
                <a:solidFill>
                  <a:schemeClr val="tx1"/>
                </a:solidFill>
              </a:rPr>
              <a:t>Datenmanagement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Daten verstehen und auswerten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Fachlichkeit erklären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Berechtigungen erklären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de-DE" sz="1000" dirty="0">
                <a:solidFill>
                  <a:schemeClr val="tx1"/>
                </a:solidFill>
              </a:rPr>
              <a:t>Umfangreiche Aktionen zeit-/</a:t>
            </a:r>
            <a:br>
              <a:rPr lang="de-DE" sz="1000" dirty="0">
                <a:solidFill>
                  <a:schemeClr val="tx1"/>
                </a:solidFill>
              </a:rPr>
            </a:br>
            <a:r>
              <a:rPr lang="de-DE" sz="1000" dirty="0">
                <a:solidFill>
                  <a:schemeClr val="tx1"/>
                </a:solidFill>
              </a:rPr>
              <a:t>ereignisgesteuert durchführen  </a:t>
            </a:r>
          </a:p>
        </p:txBody>
      </p:sp>
      <p:sp>
        <p:nvSpPr>
          <p:cNvPr id="57" name="Pfeil nach links und rechts 17">
            <a:extLst>
              <a:ext uri="{FF2B5EF4-FFF2-40B4-BE49-F238E27FC236}">
                <a16:creationId xmlns:a16="http://schemas.microsoft.com/office/drawing/2014/main" id="{21A84BA4-B767-840C-5E2B-580F95FA2425}"/>
              </a:ext>
            </a:extLst>
          </p:cNvPr>
          <p:cNvSpPr/>
          <p:nvPr/>
        </p:nvSpPr>
        <p:spPr>
          <a:xfrm rot="5400000">
            <a:off x="2952627" y="4504505"/>
            <a:ext cx="450000" cy="157405"/>
          </a:xfrm>
          <a:prstGeom prst="left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8E737B69-5C7D-808F-A02C-D569BA0FA9CD}"/>
              </a:ext>
            </a:extLst>
          </p:cNvPr>
          <p:cNvSpPr/>
          <p:nvPr/>
        </p:nvSpPr>
        <p:spPr>
          <a:xfrm>
            <a:off x="3974255" y="4123061"/>
            <a:ext cx="1085676" cy="1113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Freihandform 130">
            <a:extLst>
              <a:ext uri="{FF2B5EF4-FFF2-40B4-BE49-F238E27FC236}">
                <a16:creationId xmlns:a16="http://schemas.microsoft.com/office/drawing/2014/main" id="{214E0419-8BD0-F1F3-20F2-0C35ADEEDEEA}"/>
              </a:ext>
            </a:extLst>
          </p:cNvPr>
          <p:cNvSpPr/>
          <p:nvPr/>
        </p:nvSpPr>
        <p:spPr>
          <a:xfrm rot="5400000">
            <a:off x="1676497" y="3619779"/>
            <a:ext cx="399899" cy="1090581"/>
          </a:xfrm>
          <a:custGeom>
            <a:avLst/>
            <a:gdLst>
              <a:gd name="csX0" fmla="*/ 0 w 399899"/>
              <a:gd name="csY0" fmla="*/ 853166 h 1090581"/>
              <a:gd name="csX1" fmla="*/ 146672 w 399899"/>
              <a:gd name="csY1" fmla="*/ 853166 h 1090581"/>
              <a:gd name="csX2" fmla="*/ 146672 w 399899"/>
              <a:gd name="csY2" fmla="*/ 0 h 1090581"/>
              <a:gd name="csX3" fmla="*/ 253227 w 399899"/>
              <a:gd name="csY3" fmla="*/ 0 h 1090581"/>
              <a:gd name="csX4" fmla="*/ 253227 w 399899"/>
              <a:gd name="csY4" fmla="*/ 853166 h 1090581"/>
              <a:gd name="csX5" fmla="*/ 399899 w 399899"/>
              <a:gd name="csY5" fmla="*/ 853166 h 1090581"/>
              <a:gd name="csX6" fmla="*/ 199950 w 399899"/>
              <a:gd name="csY6" fmla="*/ 1090581 h 1090581"/>
              <a:gd name="csX7" fmla="*/ 0 w 399899"/>
              <a:gd name="csY7" fmla="*/ 853166 h 1090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99899" h="1090581">
                <a:moveTo>
                  <a:pt x="0" y="853166"/>
                </a:moveTo>
                <a:lnTo>
                  <a:pt x="146672" y="853166"/>
                </a:lnTo>
                <a:lnTo>
                  <a:pt x="146672" y="0"/>
                </a:lnTo>
                <a:lnTo>
                  <a:pt x="253227" y="0"/>
                </a:lnTo>
                <a:lnTo>
                  <a:pt x="253227" y="853166"/>
                </a:lnTo>
                <a:lnTo>
                  <a:pt x="399899" y="853166"/>
                </a:lnTo>
                <a:lnTo>
                  <a:pt x="199950" y="1090581"/>
                </a:lnTo>
                <a:lnTo>
                  <a:pt x="0" y="853166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/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2AE955F4-9542-D1BB-D64A-FB8C64C87A75}"/>
              </a:ext>
            </a:extLst>
          </p:cNvPr>
          <p:cNvGrpSpPr/>
          <p:nvPr/>
        </p:nvGrpSpPr>
        <p:grpSpPr>
          <a:xfrm>
            <a:off x="2394110" y="3760230"/>
            <a:ext cx="1579279" cy="557023"/>
            <a:chOff x="4182791" y="3760230"/>
            <a:chExt cx="1579279" cy="557023"/>
          </a:xfrm>
        </p:grpSpPr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9E01BFB1-8C98-AE47-7995-830974223BBC}"/>
                </a:ext>
              </a:extLst>
            </p:cNvPr>
            <p:cNvSpPr txBox="1"/>
            <p:nvPr/>
          </p:nvSpPr>
          <p:spPr>
            <a:xfrm>
              <a:off x="4182791" y="4040254"/>
              <a:ext cx="15792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>
                  <a:solidFill>
                    <a:schemeClr val="accent3"/>
                  </a:solidFill>
                </a:rPr>
                <a:t>Autonome Agenten</a:t>
              </a:r>
            </a:p>
          </p:txBody>
        </p:sp>
        <p:pic>
          <p:nvPicPr>
            <p:cNvPr id="62" name="Grafik 61">
              <a:extLst>
                <a:ext uri="{FF2B5EF4-FFF2-40B4-BE49-F238E27FC236}">
                  <a16:creationId xmlns:a16="http://schemas.microsoft.com/office/drawing/2014/main" id="{D38693A1-9DFD-008A-387E-B2E6AA838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28430" y="3760230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53070683-A7C2-73AC-1D0F-3B286978D5BD}"/>
              </a:ext>
            </a:extLst>
          </p:cNvPr>
          <p:cNvGrpSpPr/>
          <p:nvPr/>
        </p:nvGrpSpPr>
        <p:grpSpPr>
          <a:xfrm>
            <a:off x="2444095" y="4849163"/>
            <a:ext cx="1467069" cy="567060"/>
            <a:chOff x="4232776" y="4849163"/>
            <a:chExt cx="1467069" cy="567060"/>
          </a:xfrm>
        </p:grpSpPr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65D2637A-3E58-D29B-9363-279197189F1C}"/>
                </a:ext>
              </a:extLst>
            </p:cNvPr>
            <p:cNvSpPr txBox="1"/>
            <p:nvPr/>
          </p:nvSpPr>
          <p:spPr>
            <a:xfrm>
              <a:off x="4232776" y="5139224"/>
              <a:ext cx="14670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>
                  <a:solidFill>
                    <a:schemeClr val="accent3"/>
                  </a:solidFill>
                </a:rPr>
                <a:t>Interaktiver Agent</a:t>
              </a:r>
            </a:p>
          </p:txBody>
        </p:sp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0796485B-5AC2-0D18-439D-34497DA3A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2758" y="4849163"/>
              <a:ext cx="288000" cy="288000"/>
            </a:xfrm>
            <a:prstGeom prst="rect">
              <a:avLst/>
            </a:prstGeom>
          </p:spPr>
        </p:pic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AC19C58F-4EEF-AF73-1CCC-B41F01F43D95}"/>
              </a:ext>
            </a:extLst>
          </p:cNvPr>
          <p:cNvGrpSpPr/>
          <p:nvPr/>
        </p:nvGrpSpPr>
        <p:grpSpPr>
          <a:xfrm>
            <a:off x="-512260" y="2521065"/>
            <a:ext cx="1448342" cy="2896007"/>
            <a:chOff x="1276421" y="2521065"/>
            <a:chExt cx="1448342" cy="2896007"/>
          </a:xfrm>
        </p:grpSpPr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AEF521C7-F35C-85A8-7B66-B962C114C941}"/>
                </a:ext>
              </a:extLst>
            </p:cNvPr>
            <p:cNvGrpSpPr/>
            <p:nvPr/>
          </p:nvGrpSpPr>
          <p:grpSpPr>
            <a:xfrm>
              <a:off x="1276421" y="2521065"/>
              <a:ext cx="1448342" cy="2896007"/>
              <a:chOff x="547420" y="2546563"/>
              <a:chExt cx="1448342" cy="2896007"/>
            </a:xfrm>
          </p:grpSpPr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1E63CFF0-3777-FB8F-3B0B-05FD0A61F0E2}"/>
                  </a:ext>
                </a:extLst>
              </p:cNvPr>
              <p:cNvSpPr txBox="1"/>
              <p:nvPr/>
            </p:nvSpPr>
            <p:spPr>
              <a:xfrm>
                <a:off x="547420" y="2546563"/>
                <a:ext cx="1448342" cy="2896007"/>
              </a:xfrm>
              <a:prstGeom prst="roundRect">
                <a:avLst>
                  <a:gd name="adj" fmla="val 7071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  <a:alpha val="50000"/>
                    </a:schemeClr>
                  </a:gs>
                  <a:gs pos="100000">
                    <a:schemeClr val="bg1">
                      <a:lumMod val="85000"/>
                      <a:alpha val="5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>
                <a:gradFill flip="none" rotWithShape="1">
                  <a:gsLst>
                    <a:gs pos="0">
                      <a:schemeClr val="accent1">
                        <a:alpha val="40238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</a:ln>
            </p:spPr>
            <p:txBody>
              <a:bodyPr wrap="square" lIns="90000" tIns="54000" rIns="90000" bIns="72000" rtlCol="0" anchor="b" anchorCtr="0">
                <a:noAutofit/>
              </a:bodyPr>
              <a:lstStyle>
                <a:defPPr>
                  <a:defRPr lang="de-DE"/>
                </a:defPPr>
                <a:lvl1pPr algn="ctr"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endParaRPr lang="de-DE" sz="1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Abgerundetes Rechteck 69">
                <a:extLst>
                  <a:ext uri="{FF2B5EF4-FFF2-40B4-BE49-F238E27FC236}">
                    <a16:creationId xmlns:a16="http://schemas.microsoft.com/office/drawing/2014/main" id="{7D0CAC0B-C4AF-D791-5AC9-4CC4709E787A}"/>
                  </a:ext>
                </a:extLst>
              </p:cNvPr>
              <p:cNvSpPr/>
              <p:nvPr/>
            </p:nvSpPr>
            <p:spPr>
              <a:xfrm>
                <a:off x="645762" y="2634377"/>
                <a:ext cx="540000" cy="540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>
                <a:gradFill flip="none" rotWithShape="1">
                  <a:gsLst>
                    <a:gs pos="0">
                      <a:schemeClr val="bg1">
                        <a:lumMod val="75000"/>
                        <a:alpha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203200" dist="76200" dir="5400000" algn="t" rotWithShape="0">
                  <a:schemeClr val="tx1">
                    <a:lumMod val="90000"/>
                    <a:lumOff val="10000"/>
                    <a:alpha val="20000"/>
                  </a:schemeClr>
                </a:outerShdw>
              </a:effectLst>
            </p:spPr>
            <p:txBody>
              <a:bodyPr wrap="square" lIns="90000" tIns="54000" rIns="90000" bIns="108000" rtlCol="0" anchor="b" anchorCtr="0">
                <a:noAutofit/>
              </a:bodyPr>
              <a:lstStyle/>
              <a:p>
                <a:pPr algn="ctr"/>
                <a:endParaRPr lang="de-DE" sz="1000"/>
              </a:p>
            </p:txBody>
          </p:sp>
          <p:sp>
            <p:nvSpPr>
              <p:cNvPr id="71" name="Abgerundetes Rechteck 70">
                <a:extLst>
                  <a:ext uri="{FF2B5EF4-FFF2-40B4-BE49-F238E27FC236}">
                    <a16:creationId xmlns:a16="http://schemas.microsoft.com/office/drawing/2014/main" id="{370BA328-A3F8-AF67-A6A6-3BF3DF2BE871}"/>
                  </a:ext>
                </a:extLst>
              </p:cNvPr>
              <p:cNvSpPr/>
              <p:nvPr/>
            </p:nvSpPr>
            <p:spPr>
              <a:xfrm>
                <a:off x="1365762" y="2634377"/>
                <a:ext cx="540000" cy="540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>
                <a:gradFill flip="none" rotWithShape="1">
                  <a:gsLst>
                    <a:gs pos="0">
                      <a:schemeClr val="bg1">
                        <a:lumMod val="75000"/>
                        <a:alpha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203200" dist="76200" dir="5400000" algn="t" rotWithShape="0">
                  <a:schemeClr val="tx1">
                    <a:lumMod val="90000"/>
                    <a:lumOff val="10000"/>
                    <a:alpha val="20000"/>
                  </a:schemeClr>
                </a:outerShdw>
              </a:effectLst>
            </p:spPr>
            <p:txBody>
              <a:bodyPr wrap="square" lIns="90000" tIns="54000" rIns="90000" bIns="108000" rtlCol="0" anchor="b" anchorCtr="0">
                <a:noAutofit/>
              </a:bodyPr>
              <a:lstStyle/>
              <a:p>
                <a:pPr algn="ctr"/>
                <a:endParaRPr lang="de-DE" sz="1000"/>
              </a:p>
            </p:txBody>
          </p:sp>
          <p:sp>
            <p:nvSpPr>
              <p:cNvPr id="72" name="Abgerundetes Rechteck 71">
                <a:extLst>
                  <a:ext uri="{FF2B5EF4-FFF2-40B4-BE49-F238E27FC236}">
                    <a16:creationId xmlns:a16="http://schemas.microsoft.com/office/drawing/2014/main" id="{950F9032-63B5-683B-A9DC-2C6210ED6567}"/>
                  </a:ext>
                </a:extLst>
              </p:cNvPr>
              <p:cNvSpPr/>
              <p:nvPr/>
            </p:nvSpPr>
            <p:spPr>
              <a:xfrm>
                <a:off x="645762" y="3362670"/>
                <a:ext cx="1260000" cy="540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/>
                    </a:gs>
                  </a:gsLst>
                  <a:lin ang="13500000" scaled="1"/>
                  <a:tileRect/>
                </a:gradFill>
              </a:ln>
            </p:spPr>
            <p:txBody>
              <a:bodyPr wrap="square" lIns="90000" tIns="54000" rIns="90000" bIns="72000" rtlCol="0" anchor="b" anchorCtr="0">
                <a:noAutofit/>
              </a:bodyPr>
              <a:lstStyle/>
              <a:p>
                <a:pPr algn="ctr"/>
                <a:endParaRPr lang="de-DE" sz="1000"/>
              </a:p>
            </p:txBody>
          </p:sp>
          <p:sp>
            <p:nvSpPr>
              <p:cNvPr id="73" name="Abgerundetes Rechteck 72">
                <a:extLst>
                  <a:ext uri="{FF2B5EF4-FFF2-40B4-BE49-F238E27FC236}">
                    <a16:creationId xmlns:a16="http://schemas.microsoft.com/office/drawing/2014/main" id="{484B2C5B-0102-070E-095A-45C8EDD16FB8}"/>
                  </a:ext>
                </a:extLst>
              </p:cNvPr>
              <p:cNvSpPr/>
              <p:nvPr/>
            </p:nvSpPr>
            <p:spPr>
              <a:xfrm>
                <a:off x="645762" y="4085407"/>
                <a:ext cx="1260000" cy="540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>
                <a:gradFill flip="none" rotWithShape="1">
                  <a:gsLst>
                    <a:gs pos="0">
                      <a:schemeClr val="bg1">
                        <a:lumMod val="75000"/>
                        <a:alpha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203200" dist="76200" dir="5400000" algn="t" rotWithShape="0">
                  <a:schemeClr val="tx1">
                    <a:lumMod val="90000"/>
                    <a:lumOff val="10000"/>
                    <a:alpha val="20000"/>
                  </a:schemeClr>
                </a:outerShdw>
              </a:effectLst>
            </p:spPr>
            <p:txBody>
              <a:bodyPr wrap="square" lIns="90000" tIns="54000" rIns="90000" bIns="108000" rtlCol="0" anchor="b" anchorCtr="0">
                <a:noAutofit/>
              </a:bodyPr>
              <a:lstStyle/>
              <a:p>
                <a:pPr algn="ctr"/>
                <a:endParaRPr lang="de-DE" sz="1000"/>
              </a:p>
            </p:txBody>
          </p:sp>
          <p:sp>
            <p:nvSpPr>
              <p:cNvPr id="74" name="Abgerundetes Rechteck 73">
                <a:extLst>
                  <a:ext uri="{FF2B5EF4-FFF2-40B4-BE49-F238E27FC236}">
                    <a16:creationId xmlns:a16="http://schemas.microsoft.com/office/drawing/2014/main" id="{700F71AA-2541-3E20-FF3F-8B7DDF711A2B}"/>
                  </a:ext>
                </a:extLst>
              </p:cNvPr>
              <p:cNvSpPr/>
              <p:nvPr/>
            </p:nvSpPr>
            <p:spPr>
              <a:xfrm>
                <a:off x="641366" y="4814756"/>
                <a:ext cx="540000" cy="540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>
                <a:gradFill flip="none" rotWithShape="1">
                  <a:gsLst>
                    <a:gs pos="0">
                      <a:schemeClr val="bg1">
                        <a:lumMod val="75000"/>
                        <a:alpha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203200" dist="76200" dir="5400000" algn="t" rotWithShape="0">
                  <a:schemeClr val="tx1">
                    <a:lumMod val="90000"/>
                    <a:lumOff val="10000"/>
                    <a:alpha val="20000"/>
                  </a:schemeClr>
                </a:outerShdw>
              </a:effectLst>
            </p:spPr>
            <p:txBody>
              <a:bodyPr wrap="square" lIns="90000" tIns="54000" rIns="90000" bIns="108000" rtlCol="0" anchor="b" anchorCtr="0">
                <a:noAutofit/>
              </a:bodyPr>
              <a:lstStyle/>
              <a:p>
                <a:pPr algn="ctr"/>
                <a:endParaRPr lang="de-DE" sz="1000"/>
              </a:p>
            </p:txBody>
          </p:sp>
          <p:pic>
            <p:nvPicPr>
              <p:cNvPr id="75" name="Grafik 74">
                <a:extLst>
                  <a:ext uri="{FF2B5EF4-FFF2-40B4-BE49-F238E27FC236}">
                    <a16:creationId xmlns:a16="http://schemas.microsoft.com/office/drawing/2014/main" id="{8B6B45C2-DBAC-473E-0100-1EC5DB456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725769" y="2724778"/>
                <a:ext cx="360293" cy="360293"/>
              </a:xfrm>
              <a:prstGeom prst="rect">
                <a:avLst/>
              </a:prstGeom>
            </p:spPr>
          </p:pic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4704FB20-E313-7DB7-EE1A-C81A1F8CE2AC}"/>
                  </a:ext>
                </a:extLst>
              </p:cNvPr>
              <p:cNvGrpSpPr/>
              <p:nvPr/>
            </p:nvGrpSpPr>
            <p:grpSpPr>
              <a:xfrm>
                <a:off x="1185762" y="3514992"/>
                <a:ext cx="450000" cy="208377"/>
                <a:chOff x="1086062" y="3577167"/>
                <a:chExt cx="450000" cy="208377"/>
              </a:xfrm>
            </p:grpSpPr>
            <p:sp>
              <p:nvSpPr>
                <p:cNvPr id="83" name="Abgerundetes Rechteck 82">
                  <a:extLst>
                    <a:ext uri="{FF2B5EF4-FFF2-40B4-BE49-F238E27FC236}">
                      <a16:creationId xmlns:a16="http://schemas.microsoft.com/office/drawing/2014/main" id="{9632870E-E2A6-4716-C57B-CE8BE30D4274}"/>
                    </a:ext>
                  </a:extLst>
                </p:cNvPr>
                <p:cNvSpPr/>
                <p:nvPr/>
              </p:nvSpPr>
              <p:spPr>
                <a:xfrm>
                  <a:off x="1086062" y="3658496"/>
                  <a:ext cx="450000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" name="Abgerundetes Rechteck 83">
                  <a:extLst>
                    <a:ext uri="{FF2B5EF4-FFF2-40B4-BE49-F238E27FC236}">
                      <a16:creationId xmlns:a16="http://schemas.microsoft.com/office/drawing/2014/main" id="{7FF2744D-7E4C-A4AD-0531-BDB3A52E6A4C}"/>
                    </a:ext>
                  </a:extLst>
                </p:cNvPr>
                <p:cNvSpPr/>
                <p:nvPr/>
              </p:nvSpPr>
              <p:spPr>
                <a:xfrm>
                  <a:off x="1086062" y="3739825"/>
                  <a:ext cx="360000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" name="Abgerundetes Rechteck 84">
                  <a:extLst>
                    <a:ext uri="{FF2B5EF4-FFF2-40B4-BE49-F238E27FC236}">
                      <a16:creationId xmlns:a16="http://schemas.microsoft.com/office/drawing/2014/main" id="{C7B7AC06-663E-4940-FB01-9F03F986C2BA}"/>
                    </a:ext>
                  </a:extLst>
                </p:cNvPr>
                <p:cNvSpPr/>
                <p:nvPr/>
              </p:nvSpPr>
              <p:spPr>
                <a:xfrm>
                  <a:off x="1086062" y="3577167"/>
                  <a:ext cx="450000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C17C89F-9C0B-C1F4-3D57-48AFBE2881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735762" y="3442656"/>
                <a:ext cx="360000" cy="360000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56DB3309-5184-E5A3-8A59-C9AD75A6A1AD}"/>
                  </a:ext>
                </a:extLst>
              </p:cNvPr>
              <p:cNvGrpSpPr/>
              <p:nvPr/>
            </p:nvGrpSpPr>
            <p:grpSpPr>
              <a:xfrm>
                <a:off x="1483495" y="2803144"/>
                <a:ext cx="304534" cy="208377"/>
                <a:chOff x="1086062" y="3577167"/>
                <a:chExt cx="450000" cy="208377"/>
              </a:xfrm>
            </p:grpSpPr>
            <p:sp>
              <p:nvSpPr>
                <p:cNvPr id="80" name="Abgerundetes Rechteck 79">
                  <a:extLst>
                    <a:ext uri="{FF2B5EF4-FFF2-40B4-BE49-F238E27FC236}">
                      <a16:creationId xmlns:a16="http://schemas.microsoft.com/office/drawing/2014/main" id="{BB4689BB-1D20-C14A-544D-97217BBAC039}"/>
                    </a:ext>
                  </a:extLst>
                </p:cNvPr>
                <p:cNvSpPr/>
                <p:nvPr/>
              </p:nvSpPr>
              <p:spPr>
                <a:xfrm>
                  <a:off x="1086062" y="3658496"/>
                  <a:ext cx="450000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1" name="Abgerundetes Rechteck 80">
                  <a:extLst>
                    <a:ext uri="{FF2B5EF4-FFF2-40B4-BE49-F238E27FC236}">
                      <a16:creationId xmlns:a16="http://schemas.microsoft.com/office/drawing/2014/main" id="{2407DE53-C073-6E39-4139-E9A7C5CF0913}"/>
                    </a:ext>
                  </a:extLst>
                </p:cNvPr>
                <p:cNvSpPr/>
                <p:nvPr/>
              </p:nvSpPr>
              <p:spPr>
                <a:xfrm>
                  <a:off x="1086062" y="3739825"/>
                  <a:ext cx="360000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2" name="Abgerundetes Rechteck 81">
                  <a:extLst>
                    <a:ext uri="{FF2B5EF4-FFF2-40B4-BE49-F238E27FC236}">
                      <a16:creationId xmlns:a16="http://schemas.microsoft.com/office/drawing/2014/main" id="{5E5CC3EF-55A4-AFAF-5698-7D3B040F4615}"/>
                    </a:ext>
                  </a:extLst>
                </p:cNvPr>
                <p:cNvSpPr/>
                <p:nvPr/>
              </p:nvSpPr>
              <p:spPr>
                <a:xfrm>
                  <a:off x="1086062" y="3577167"/>
                  <a:ext cx="450000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pic>
            <p:nvPicPr>
              <p:cNvPr id="79" name="Grafik 78">
                <a:extLst>
                  <a:ext uri="{FF2B5EF4-FFF2-40B4-BE49-F238E27FC236}">
                    <a16:creationId xmlns:a16="http://schemas.microsoft.com/office/drawing/2014/main" id="{2B7CC0BF-27D1-9B7D-7A27-214C4FE122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731366" y="4904756"/>
                <a:ext cx="360000" cy="360000"/>
              </a:xfrm>
              <a:prstGeom prst="rect">
                <a:avLst/>
              </a:prstGeom>
            </p:spPr>
          </p:pic>
        </p:grpSp>
        <p:graphicFrame>
          <p:nvGraphicFramePr>
            <p:cNvPr id="68" name="Diagramm 67">
              <a:extLst>
                <a:ext uri="{FF2B5EF4-FFF2-40B4-BE49-F238E27FC236}">
                  <a16:creationId xmlns:a16="http://schemas.microsoft.com/office/drawing/2014/main" id="{6F8EC00D-D0ED-CBB4-0E57-AD9573C6859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56247098"/>
                </p:ext>
              </p:extLst>
            </p:nvPr>
          </p:nvGraphicFramePr>
          <p:xfrm>
            <a:off x="1339457" y="3916574"/>
            <a:ext cx="1322269" cy="78995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4279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ntertitel 6">
            <a:extLst>
              <a:ext uri="{FF2B5EF4-FFF2-40B4-BE49-F238E27FC236}">
                <a16:creationId xmlns:a16="http://schemas.microsoft.com/office/drawing/2014/main" id="{8888868B-3CBE-D658-8B47-ADE7405672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B357860-1FBA-36F4-A7D5-B97F7AF97B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</a:t>
            </a:r>
          </a:p>
        </p:txBody>
      </p:sp>
    </p:spTree>
    <p:extLst>
      <p:ext uri="{BB962C8B-B14F-4D97-AF65-F5344CB8AC3E}">
        <p14:creationId xmlns:p14="http://schemas.microsoft.com/office/powerpoint/2010/main" val="2548887956"/>
      </p:ext>
    </p:extLst>
  </p:cSld>
  <p:clrMapOvr>
    <a:masterClrMapping/>
  </p:clrMapOvr>
</p:sld>
</file>

<file path=ppt/theme/theme1.xml><?xml version="1.0" encoding="utf-8"?>
<a:theme xmlns:a="http://schemas.openxmlformats.org/drawingml/2006/main" name="1_Titel">
  <a:themeElements>
    <a:clrScheme name="BOS - Colortheme &quot;Blue&quot;">
      <a:dk1>
        <a:srgbClr val="FFFFFF"/>
      </a:dk1>
      <a:lt1>
        <a:srgbClr val="101113"/>
      </a:lt1>
      <a:dk2>
        <a:srgbClr val="E1E2E5"/>
      </a:dk2>
      <a:lt2>
        <a:srgbClr val="676B72"/>
      </a:lt2>
      <a:accent1>
        <a:srgbClr val="2968C8"/>
      </a:accent1>
      <a:accent2>
        <a:srgbClr val="FF5733"/>
      </a:accent2>
      <a:accent3>
        <a:srgbClr val="008080"/>
      </a:accent3>
      <a:accent4>
        <a:srgbClr val="F9A825"/>
      </a:accent4>
      <a:accent5>
        <a:srgbClr val="26C6DA"/>
      </a:accent5>
      <a:accent6>
        <a:srgbClr val="FFA2A2"/>
      </a:accent6>
      <a:hlink>
        <a:srgbClr val="2968C8"/>
      </a:hlink>
      <a:folHlink>
        <a:srgbClr val="4C0080"/>
      </a:folHlink>
    </a:clrScheme>
    <a:fontScheme name="BOS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6_29_PPP_Marketing_Vorlage.potx" id="{5F6BCB8D-CD24-6F48-9F3A-D06D653167C4}" vid="{7FD94A4C-EE4C-504C-AFD3-EFBFDE10579C}"/>
    </a:ext>
  </a:extLst>
</a:theme>
</file>

<file path=ppt/theme/theme2.xml><?xml version="1.0" encoding="utf-8"?>
<a:theme xmlns:a="http://schemas.openxmlformats.org/drawingml/2006/main" name="2_Agenda">
  <a:themeElements>
    <a:clrScheme name="Benutzerdefiniert 8">
      <a:dk1>
        <a:srgbClr val="FFFFFF"/>
      </a:dk1>
      <a:lt1>
        <a:srgbClr val="101113"/>
      </a:lt1>
      <a:dk2>
        <a:srgbClr val="E1E2E5"/>
      </a:dk2>
      <a:lt2>
        <a:srgbClr val="676B72"/>
      </a:lt2>
      <a:accent1>
        <a:srgbClr val="2968C8"/>
      </a:accent1>
      <a:accent2>
        <a:srgbClr val="FF5733"/>
      </a:accent2>
      <a:accent3>
        <a:srgbClr val="4BA861"/>
      </a:accent3>
      <a:accent4>
        <a:srgbClr val="F9A825"/>
      </a:accent4>
      <a:accent5>
        <a:srgbClr val="26C6DA"/>
      </a:accent5>
      <a:accent6>
        <a:srgbClr val="FFA2A2"/>
      </a:accent6>
      <a:hlink>
        <a:srgbClr val="2968C8"/>
      </a:hlink>
      <a:folHlink>
        <a:srgbClr val="4C0080"/>
      </a:folHlink>
    </a:clrScheme>
    <a:fontScheme name="Custom 2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6_29_PPP_Marketing_Vorlage.potx" id="{559BD920-5166-6F4C-8666-35CB3194F0CA}" vid="{83DAA428-CF45-B447-A15D-021C68C24997}"/>
    </a:ext>
  </a:extLst>
</a:theme>
</file>

<file path=ppt/theme/theme3.xml><?xml version="1.0" encoding="utf-8"?>
<a:theme xmlns:a="http://schemas.openxmlformats.org/drawingml/2006/main" name="3_Inhalt">
  <a:themeElements>
    <a:clrScheme name="BOS 1">
      <a:dk1>
        <a:srgbClr val="101113"/>
      </a:dk1>
      <a:lt1>
        <a:srgbClr val="FFFFFF"/>
      </a:lt1>
      <a:dk2>
        <a:srgbClr val="E1E2E5"/>
      </a:dk2>
      <a:lt2>
        <a:srgbClr val="676B72"/>
      </a:lt2>
      <a:accent1>
        <a:srgbClr val="2968C8"/>
      </a:accent1>
      <a:accent2>
        <a:srgbClr val="FF5733"/>
      </a:accent2>
      <a:accent3>
        <a:srgbClr val="37A6A0"/>
      </a:accent3>
      <a:accent4>
        <a:srgbClr val="FFB81C"/>
      </a:accent4>
      <a:accent5>
        <a:srgbClr val="4BA861"/>
      </a:accent5>
      <a:accent6>
        <a:srgbClr val="22262B"/>
      </a:accent6>
      <a:hlink>
        <a:srgbClr val="2968C8"/>
      </a:hlink>
      <a:folHlink>
        <a:srgbClr val="4C0080"/>
      </a:folHlink>
    </a:clrScheme>
    <a:fontScheme name="Custom 2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6_29_PPP_Marketing_Vorlage.potx" id="{559BD920-5166-6F4C-8666-35CB3194F0CA}" vid="{83DAA428-CF45-B447-A15D-021C68C2499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c1a7de-ed5f-4ce0-8b15-fd5aa58867e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B6DED59A2A796438694DBA3674593A2" ma:contentTypeVersion="8" ma:contentTypeDescription="Ein neues Dokument erstellen." ma:contentTypeScope="" ma:versionID="5758c7659d740356f6f51e6773edfed1">
  <xsd:schema xmlns:xsd="http://www.w3.org/2001/XMLSchema" xmlns:xs="http://www.w3.org/2001/XMLSchema" xmlns:p="http://schemas.microsoft.com/office/2006/metadata/properties" xmlns:ns3="dfc1a7de-ed5f-4ce0-8b15-fd5aa58867e7" targetNamespace="http://schemas.microsoft.com/office/2006/metadata/properties" ma:root="true" ma:fieldsID="0d53c195df19819df3b7ddea0e948a79" ns3:_="">
    <xsd:import namespace="dfc1a7de-ed5f-4ce0-8b15-fd5aa58867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a7de-ed5f-4ce0-8b15-fd5aa58867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264056-D131-4D87-8772-4CAA83CC4B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6F4C5B-A50F-46D1-AE14-DE5DF8DF8B12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dfc1a7de-ed5f-4ce0-8b15-fd5aa58867e7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01F5315-D175-49EF-AEFA-8811CB92A8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c1a7de-ed5f-4ce0-8b15-fd5aa58867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381</Words>
  <Application>Microsoft Office PowerPoint</Application>
  <PresentationFormat>Breitbild</PresentationFormat>
  <Paragraphs>93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10</vt:i4>
      </vt:variant>
    </vt:vector>
  </HeadingPairs>
  <TitlesOfParts>
    <vt:vector size="21" baseType="lpstr">
      <vt:lpstr>Arial</vt:lpstr>
      <vt:lpstr>Calibri</vt:lpstr>
      <vt:lpstr>Courier New</vt:lpstr>
      <vt:lpstr>MB Corpo A Title WEB</vt:lpstr>
      <vt:lpstr>Menlo</vt:lpstr>
      <vt:lpstr>Open Sans</vt:lpstr>
      <vt:lpstr>Open Sans ExtraBold</vt:lpstr>
      <vt:lpstr>Symbol</vt:lpstr>
      <vt:lpstr>1_Titel</vt:lpstr>
      <vt:lpstr>2_Agenda</vt:lpstr>
      <vt:lpstr>3_Inhalt</vt:lpstr>
      <vt:lpstr>PowerPoint-Präsentation</vt:lpstr>
      <vt:lpstr>Agenten erklärt</vt:lpstr>
      <vt:lpstr>Agenten Cluster</vt:lpstr>
      <vt:lpstr>Planungsprozess &amp; Systeme</vt:lpstr>
      <vt:lpstr>Product Datenaustausch</vt:lpstr>
      <vt:lpstr>Architektur Produkt 2.0</vt:lpstr>
      <vt:lpstr>Produkt absicherung</vt:lpstr>
      <vt:lpstr>Knowledge Hub Dig. Anlagenplanung</vt:lpstr>
      <vt:lpstr>Agentensystem Digitale Agentur</vt:lpstr>
      <vt:lpstr>Vielen Dank</vt:lpstr>
    </vt:vector>
  </TitlesOfParts>
  <Manager/>
  <Company>Business Operation Systems GmbH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Guido Dostert</dc:creator>
  <cp:keywords/>
  <dc:description/>
  <cp:lastModifiedBy>Dostert, Guido</cp:lastModifiedBy>
  <cp:revision>621</cp:revision>
  <cp:lastPrinted>2025-07-18T11:53:13Z</cp:lastPrinted>
  <dcterms:created xsi:type="dcterms:W3CDTF">2023-06-29T00:31:43Z</dcterms:created>
  <dcterms:modified xsi:type="dcterms:W3CDTF">2026-06-02T15:58:29Z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0x0101008B6DED59A2A796438694DBA3674593A2</vt:lpwstr>
  </property>
</Properties>
</file>